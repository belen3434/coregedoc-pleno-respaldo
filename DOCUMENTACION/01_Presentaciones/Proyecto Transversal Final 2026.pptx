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zukpQQ06CnIXUUskqESL55lTS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46e44748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346e4474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46e44748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346e4474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46e4474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346e447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20077f6a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20077f6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85" name="Google Shape;85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46e44748_1_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346e44748_1_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g3f346e44748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46e44748_1_1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346e44748_1_1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g3f346e44748_1_12" title="ChatGPT Image 7 jul 2026, 12_21_51 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2" name="Google Shape;112;p3" title="ChatGPT Image 8 jul 2026, 12_28_36 a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8" name="Google Shape;11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0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4" name="Google Shape;124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0" name="Google Shape;130;p5" title="ChatGPT Image 8 jul 2026, 10_22_19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346e44748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346e44748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g3f346e44748_1_0" title="ChatGPT Image 6 jul 2026, 11_02_59 p.m.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20077f6a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400" y="0"/>
            <a:ext cx="12478776" cy="702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48" name="Google Shape;148;p7" title="ChatGPT Image 9 jul 2026, 08_39_25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2026-07-05T23:47:01Z</dcterms:created>
  <dc:creator>Marianella Meta</dc:creator>
</cp:coreProperties>
</file>