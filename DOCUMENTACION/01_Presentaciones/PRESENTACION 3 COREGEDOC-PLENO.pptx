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j+/YoH7F6GLg+nQe0UwwQx1Wk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85" name="Google Shape;85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0000"/>
            <a:ext cx="12192000" cy="71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descr="Información sobre Corevota Actual" id="91" name="Google Shape;91;p2"/>
          <p:cNvSpPr/>
          <p:nvPr/>
        </p:nvSpPr>
        <p:spPr>
          <a:xfrm>
            <a:off x="155576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4475"/>
            <a:ext cx="12192000" cy="71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8" name="Google Shape;98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3175"/>
            <a:ext cx="12192000" cy="70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data:image/png;base64,iVBORw0KGgoAAAANSUhEUgAABogAAAOtCAYAAACyhucJAAAQAElEQVR4AZz9CbiuXVaWhz5j7cKc65xz5UpOVLCLHaIQW4wtNthii23sjSL2vRFFUPpGQASkQFGUviugCihK+qaAqr+qMK3NMTGNGmPUdGqMGuXfe+a+x5jz/b61/10YM9d85hjjGc8Yc873/dbaa++/lIdX/arPWw+/6stX/aovW/Ursfc4/K9+3XrYKOzzOLl7+7zG+Mr/Gvpd+LL18Gv+9VDob/jy9fBrb6hfxx0Ofj38Rv2H8Ae/4StW/cavWA+/8fXr4X2+8jF+0xvWw2+Cu4DmN4H3hXsBCu47w8Nvpnaj3pd9DzZnvt739WtgfvyH30Ldb/2/gd/2levh4Lfj/3bOL34H/sHvxH8Rfhe8+N3YF+H3sL/4veRfAXK/F/y+168nv3/wgB2gP/4feP16+I++cj0Rf/AN68kfxL/weuKDzb8ftvH69YAd6B/w3t4P/w8dEP9h/O8M70/+/dFp/wj+B7x+PfkA9vlAgf+BNzyQa8A9iD/6+vXwx8AHvX08Idf4YDQfzD7iQ7Dizn9C3PhQcgcfhg+efNjr15MPHzxgHz7i9evCR+KDJ3d4+CjqDj7yy9cT8VHYe3z0l6+Hj+Z7648Lvuf++OvWk48GWvBw8DE37on+x3zZeiI+Fis+jvyfeN16+BOvHXzc2CfET+CffLy5OxDLNf7k69aTP/nawSdgDz4R/+CT8O/xp4hfhE+G/+QvXU/Eq7FC/0Uwd/CpaA/+NL74M1iB//Cnv2Q1/syXrCf3+DTixmvWkz97hz/3mvWqg0/HB08e4YvWk08Hfx78BfGF68lnvAhfAA8+U5D/zFfiAe6B/MNnfcF6+KzPvwM/tz/rDp+Nv/Hkcz5vNT4XKz4P+/nic9eTz9/4AuKDL8RvkPui5/Aa4sbnrCev+ez1cPDF+G8HT74E7Zfe8ID/8KXoG5+1Hr508OS1n73ucfi2r0Xz2s9cD43PwILXfcZ68rrPXE++7B5wX/ZKPHz5Z6xH+Iq/sB7Ak9f/hXWPB+Ib/vx6eP3GV2LfsPEXP309NP7ceviq7wRfTe6r/+x6aOB/jSD+GvC1n7YevvbPrIeve3v40+TEp2I3vp648amrvv5TwKsH3/Dq9fANnwK09/jkx9w3El/4pPXwjeITsQefsB6+6RPWk2/6xMEbsc/jW8gffOvHryeP8CeIwbdtvOlj15ONhzd9zGq8+WPWkwsfvR7eDN508FHr4U2DJ9jvHB+5nrzpIxoPb/pw6j68/SdvhhMvYRvwL334enjzhz3GS8TgyVs+bF14K37jQ9eTt37oenjrh6yHt4gPRSPIv0ULyD156wejO/gg/Hv8MeKDP4oP3iI+kF7awave8oHrhg/AP/gj+O+/nrx08Ifxb3jVW/4wefGHsH9oPXnL+70YL8Ef3GlehX/hre+3XvUCvAPcwXfB/y5ve7/1Dhf+4HqHt/4B6n7/C/D7uO/bw+8ld/B78H8P9eBt9/jd68nbflfjVd/+O9fbx+9YT7598CrsI/yl37FeBd7heVy6377e4dvFb8Me/Fb8e/wW4t+83uFt4n2xj/Fd3va+67u87Tetf+Pg2/HB/+sO/2/8/8+3v+8S/1/8g38T/9/89vdZ/9a3/8bB237D+rfu8G/j/ztv+/Xru77t163v+tZft76beAv2Lb8W/9eu7/7WX7Pe8a2/er3TW3/V+p5vAVrwvcD3fuuvXN8HfN+3/Mr1A97yK9Y7vwS2/UHYdwE/GPyQt/wH613f8svWu730y9a/t/FDseKHYX84+FFv/mXr3d/0y9aPxv77b/7l68e89MvXjxXEP+7Nv3T9+Df/kvUT3vRL1k/EF++BfQ848ZOwP1m89EvWT9n4qW/5JUu851t+8XrPl37x+mnizb94/fSNn4H9GW/+RUv8TOzPevN7r5/95l+43uul914/B/zcjZ+H/fngF4BfSP4Xojt4b+Jf9NIvXL+Y3C8Fv2zjl7/0i9Z/8JaD916/Av5XovtVL/2CJX41VvwarPi12F/70s9fv+7Cz1u//qWft/7DCz8X/+eu3/DSz1m/8aWf23gf7PsQv89L77Xe583vtd4X/GbwW978c9ZvbbzX+q1veq/12zZ+O/Z3vOlnr9+B/Z0bvwv7u+F+z7f97PV7v+1nrd/3rT9r/X7wBxo/c/2Bbx38R9/6M9b7gT/0rT99/WHxLdiN9yf+I+ADwAd+609bf1R8y09bf2zjg7Af9C3vuT4Y+yFvfM/1IW/8aY0PxTbIfSj4sI0PR/cRGx8J95Hf+p7ro77lp66PFm/8qeuP00N8DLmPFd/6U9fHkfsT3/JT1seDPwk+AXwi3CdiP0m88SevTwKf/M0/eYlXY19N/Oo3/qQlPhX7p7/5Pdaf2fg0rPiz2INPf+N7rD//HD6D+DPe+BOX+Mw3/oT1WeBzvvknrMY3YQXx537zj1+f/03ix2F/3PqCb7zhC7/xx64v/MYfs76o8WPXa75h8MXYwY9ZX0LuS8U3/PvrtY0fvV779eLd1+u+/t3Xl339j1pfDr4CvB585Te8+xJvwL7hG37UesM3/Mj1hq//kesvft2PWF+18dVf9yPXV+N/jfjaH76+Fnwd+HrwDY0fsb7xa8HX/PD1jY0ftr7pqwffjH3jwdf8sPXGr/mh61vAt4qv/qHr2+7wpq/+99abvvrdGm/Gvvmr3m29+avebb30F9+t8RbsW+Hehv32gze82/r2xrti33X9pTe86/qPwX8C/tM3/JD1GD94/WdveJf1n3+l+EHrv/jKg3dZfxnuLxP/FfBXG++8/urrB3/t9T9oDd55/f+/8p3XX4f/63D/5YV3Wfr/FfF/9RXvvMTf+IofuP7Gl//A9V9f+AH44Ct+wPpv4C58GTH4b8WX/4D13238TezfhPtbAv3fPqDv3yYn/nvs3xFo/g74Hzb+Lrbxuu+//u7Ba/HB/0j89zb+Pvbvf9n3X49iOXT/4LXfbx38T/gH//Prvt/6n4n/FzT/G/iH6P/h637gEv/oy37g+kfsLf4x9h+Tb3zp91//O34D/T8Rr/2+6//40sE/pZ/4Z/QW//RL/931z77k+9zwxd9n/fML3xv/e6//84vBa773+hcC/1+Af/nF32uJf/HF33OJf4n9l6/5nus74F9+zfda4jvgxMvYg6f6r/ke6+UvfgHkX/NO1L7TevpF4DXvuJ5uPNv2xE/RDdB80cYXYg++4M6XM/4Cel54x/UynHj6+e+4nn4+uc8Dn/uO62XxOWOf4j9t3tw7kQOf807r6cHn4ovP+x7rqfhc7Od+z/VUfA72c4jVfvY7rqcvAvtc/GeheSHY47PvYL/ncZ//rDutvj0/k96f+d3X08/a0G/Af8bGX6DuMwYvwzX+ArnnQe7pPbo3dZ/JXQ8+A//AvuLPo9G+CH+efV6ET4f/dM7cVv/t4M/BH/zZO1/OGLz8ae+4XsY+xTa2//Knfff18p/Z0AdPn8MzYjH8d1tPP+2GZ3/6uy3xFPv0U7/bevlTv+uFp/g3/Dvr6af+K/Ap5D/l/7eevgivhn81efHJ2E82PiDuWqz553Fyr7DUu1f3xn+BffnV//Y6eIr/GLeal6kVT7FP3f8Ve3G2t8epP+i7oX31d11PG9+N53EP+E+5A8/8aeO7r6ef+o6DT8FuPGtL7lPAq787dxk8xR+gfTX4ZD6f4GXxp95pvQy+Y+NfYv/Fhe+x/s8/tfFJ2I1//knfc/3zT/xejX/2Cd9riX+KPfgn+Bc+8Xuvf/II32f975/474Lv2/jHn/B91z/+hO+3/tHGP/yT32/9b5/w/df/2vgB63/9xB+48c5Y8AnvvP6XP/mD1v/08e/c+AfYf/DxP2jd8C7477L+/sf/4PX3/8Tg733cu6y/97Hg437w+nvgf/y4H7L+7se+a+N/wIq/87E/ZP0d/P/+Y991/W3wtz723Vbj47Af90PX3wJ/E/x3H/tD13/7sT9s/Tcfc/DD8cWPwA7+xh//Eeu/vMNfx7/w0T9i/bWP/lHg3ddf+6h3X3/1Dn8F/6981I9e4i9/1I9ZN/zY9V981A3/+Uf+uPWfgf/0I378uuEnrP/kIwb/MfYvfcRPXN/eeI/1to8AHy5+4nrbh//E9Vb8t4CXPvwnrcaHYT/sPdabGz8J+5PXmz7sp9zhp65v+zDxntj3XN/6Ye+53vihP21988GH4INvarzn+qYPec/1jfiDn76+4UPAB9/w9fhf98E/Y33tB//Mxtd98M9a4mux4qs/6Getr/qgn73+4h97r/UG8JXij77Xev3GV2C/7APfa73uA3/O4AN+znpt4+eu132A+HnEPx/8gvWlHyB+4fqSDwB/RLz3+uI/At7/vddr3v8XNb7o/X/x+sL3/yXrC97/l67PB5/1Ab9iPTzLv5H17FXJeshaTx7j2cQhv/RBNjpGH/CKOjj553Hp6HH5aNt/EXdyz1n7dg18PPddreczl87N+TtGMxx31QfyfY/jU7Oe8RyuGF9OPOLv+pKzb/fCv7d5/mx3+T7n3iex3+xljeg+5sVdXfPfaWwf8K9d5xnuQY9rn3tfzcSeO5fmCZ8hc4K8dxLk43MInJZ4tTXe2o4r69JMrus6Z3xAzb2u9zi556y6R5g9um/wH/U2rkS+a4jbx657uMdd3Fq4rc2JT+/Nr+fs7DN9pga/NfYSJ8a6P7lnoPtUJWcfuUIv9J9D6/ZZ2m8d+q6nt/rdf9G3+8u9AF1v3Yt6WHtwao31tUL/X4XndcYHXevZOfcCxif3vDX3ncF6oebU6ov7uPhY933Z745/tn3fiVgdq73TyfGmOnffV777bu0rcpu/19lHnWie59D2Xvucnx1bI+71p5+cOePL33Unvj+rnOiaO53cheefw/Px1D07e1J376/e7wU17ol2XXiB5srNHq19uPnnvTX/SPud9Op9d779W7/HfbbGvg/6Qq1W4Ft/cN3T3AEa60U/n8NrzWHl+Wm5rvqVVYLcK+zb4+TtJ6h9AAHUP9u49VR7yw0/cfvWWb/rrJ+zoTEHPzr6ePYT9/nREFsjWkd8s8+ySqyYf7b9hebeJ3vpzK19nuf9Z9Q1p419BdX2zcrknuWZcT0lfvZCTP4+Z+1dnDu/+9jraawTq7nRPGOvRoyfsp/QF/pP8wz94Fn7i5oF938Xz9AerDzde4yVt4/24Cl6ceK2D8+ou8fTPsuz/ydn4Qzds17uHov9xHDT9/nYnJzQF/ri+NqBfQeLPcQz7DP2eYY1Xvg3vMzdngLvd/ynnO3lxqLGumfUPH4u5tUJ/ZfztL6Dmu/ATvyM2pfBM/in2MbD0zx9eDnPNp4+fEdehmsdnLmnT+glOn7a+qdqnug/pVa8DE9c2pdjj+9QU3Db2vNlerzc8bPWjP+0fXuKl6mx9jvo3/nWo4G/Yj4DLzfgX5jfvDlhbWP2/Q59+QPjg+bUbRT25O7t2R/uqSB+ivYpts+mD47/MoqH3AAAEABJREFUspqOn/JOnuZl/Kfg5eaNnzb/tOPZ8/hP0Y2v5hnvdeyN23HMPbvrI/80z6h/xr3UP6O/sKf2MahH1/pLt+vtARaYPNrty93wlM8vCHmwdh/tY82z0ZGf3NSEnurGyj1NWuOfzsbU0ffkzSXy6DZv7oIc+WAXCD9zC9xbc8YD9nkuf/TmH8hVVrJh7hUgy29GUa/uylPDHzeZmHSCP+i+JPkjtznr1fFrQ8f6ncuM8Vcoif5NVx3LNZDXIxS/PScPJKvwAXPiDG+ukeovfo3AJlXE4CHb4lfd+cn0kUNjj6pKVd14fo/t+sCDhxDd5+GqJtcrPgpUKPXvUPSqepLCPghU7JTSB8Xfy2rny7j90Z/cQ3PscPLWNODs13lP8pCcWKuGXECdWE7IifZfldIXxK3Hz/Y7pt644BrkrZFrnBirvqGWWN2LauQXGuv1hb5ov16V7kOPR5aaIjeaJ0neATxJqSNnffj7cyP0gCswMbrOPSTk3F90DZrVOTRlT2sPnqC/w9ZZ1/U7XutV/W9DwfZ+Ws566Tzj1k7+Cd+CT7p3cZ5CX5zjAtrxX3Xpujda68955bpWfQM9mu55rLy9tQfmtm+/+z4+nzJHTftqNzom571E7+PdBPpT1xZd57XCvOi73p3zFbknmbtj6VsN9DzP6nM8yZU3tl8D3l6i99nx8741clrrtBeoObm2T3Ldc/f1eb3ifmhH96Tf15W3hn9rehS7V++rlnupeR5qDlq7dexT8kffPrm2T257t4742KPHek5R5nb8yIfruPP0Zn/vLM499MXo1LCX9wT27hx99O8/n4efPrsO3cT0eN73DH03tUKNFjRvDC7d8bGnl7l7/4rvNCd/7NvRzPnZe+tusZyYnsMf/1WZ5zDx273r7tl59xc8+/Ke4uSbf3J712oOLt2r7vL32if8sf+E3OQfn/MJueE9Q/jZf/s5Y+4xWsOZTg/twVXHWZs7duvNT/2reDZg863FNz/+A2di365/4Nz45GMM6kCu8ZDwb9Hh3/SEebXuVXCFRpgTxV/Ei3tm59TqX+AnTdDcQP8rfuA8BbRCv2Jt0e8BnXZQrQvcAQwc6+YKK0KteFihVzVq5563agpddT4xvvWf+sI8gGpd2PMxrKm1qBUnV8R5BeyhfqBe5Oopb6/GM+sXPYS+0Bf6yRPOZM3D2T/mFv20oVasrVvE4Bl5MHWTt/6JPXa9seDTQi01S13wMz06XsTrudi82HzG997eyZ7l3uDJ06fUFr9yF7/4q+AvWHkEfvEnlwY7qmk8S3P80u8v/qu5nedWJeD8xTrYdP2uufytp0fAgrfXi7VTq8b8scf3Lzn6DfZO77n7E/d5sMNPr/Cgw77hL0Bh74PCF51Ts3st7CI3PD2obZ0cOfeIezTI+xzhuy9a61bH+1xdh45c37vrVhZWqL9wtJc9PbT02PzCit6zVgpEsEfIXWAPz2u++py3Hpem66ZH66hXO4CnR9TA58LmyVkT8oWvHZx9Fp+fF+DueR99de/Vd+le3e/0we67jY649X6eb0hzq/cc3fg33rrDrVQ/k9X6cIclOBtvJ/NOdo6zTL/n6tFbJ+rON+7PyOb4zut7Nb+5cFb3f0Ud+weNZ9EKNQehLuSzdZdPXPc54s6hrUrvX/iHG+t97mDNHdSLay9yfRctvTqHnV48K/jLP7zcC2Cf7msOrc9cvKKeXOv4ocnfXNK+NcKc0L/AffysNJ47kxr059ye4fg0Tu6e3433VLuP9acvfQKqPxuL50u5ebiosVfblchfOOe78e4wGj/LRjvnnbsu09/3SHydG7/res9d01wYO+4cey7gecxffbdGThhqqXYPe/sc9P1DpS35tt2Xgqvvsxy+a8gb+4zss9hbTPyMHYT1Cwp039ADcE9rcvVe6RjNI7v3cJ/ek/y9n33PpW3sPbeOjafv/T7qyPc++sJYe3T6cuzfOu5WoH1z4NpTnrjPYv3lcyd9+4id8zkHXyv0b9g11jW4j5Z696+24RmuC32m5ldmLCJgHfuE8y3R8SLHZ1ApuSXIBVaYXc/4h0J+qcjWj6WzNRwnz6wnOPld268U2Uw6kV8bcZ/tL3z3Ujf3WX0XNQ37oc2Gr8De/TOOoqum8xzIfvqeuYFoCRb5Brq+J7bj2/lCzYITZ0+q54i0uBw0V/4FftfTy36jo8sjHbHTnvLes2MIZodtWa48fmtY7C1/gffgneQF/HyeqMGfM+hzZ/PiPCtoOt6m8R0sf8V5Os9iEnPrT9C9sY9ytGdrn4fbetTGpSHf/trfpqsf9fxYxbdnA512ax/ti0z68VnVC5NYjDX9OWr/xsk3xWLe2F7FX2LsK4yHRyTR4FO4w8mn71Bwgj8yOlZ6y1dz5ou/WBV7XOg68jyv4dLPIvAHde+3Tk2hK75/Qm/s7tl/yUrgQl5QzLSXfWrrqEDDSoyKPsWvNROz3nzyp8YeueJ0/7J3eoFg4ham7KgWP9sPccinLQosa6qKXqD/Eqy9oftTU2ita4v+KB7g5YT5ATve8bXrqzlyqb575HmeWj+f5oNG6M/nMZxNUENdNsyHetG67cf6OPicaOSxBR6orUb2/kb4zRX73CPEojrbfeldfn5gFsgBfIQx9v5sWbTxjg16mX9Odz6r2gb5he6C8ca1J+/g8skFfUN/5xa+ODp2j7H/A49sTah7yB74xhMVBwfZINf3IvkMPwuHnGcM8dr+4vlEdH877/fQeVou6wYLLoL6tvhyDerbhposPh5gLTzjAamJFzG5UB/qwlAJffvxIacGkpl4rcwY2gr7cF4EzN0bIQHz1ovzWqNgLBpajaY4a/IMylhNeuEDgJjZkTn9E7i7HG2gjKzCQvrnGx4Eq7Ei+msINQDPhgBVx9qu3Zwxp6A/rVTAeykq4cziOeVhkFyTK6cB84z8qFnRPwOLP2ie5Rnt5EAgwXjwncOiU+sJWuFCT9/HaMnU5dGP2Dy9bp5Fo+EorblLoybfz4eFXnyzD4eYiZRzeB5+cCwIo9ZwtmmGnLz7FerVvk9O0JuY/x6X/VHLOPKAaV33o3+BoI9W0C99pqQt+6/mPAX9zXVMI32BprXUe171ojm1oNQJ/HgPbGuw7q8v7mvSOfbBnr8Tqzm4+rC/z+HSd0kv8TyH7zOghbRjrpp9ro63nx702Prpwf19VlT3OXl9KI6yJS0nP7yraEm6hpzWO3RBHGju9jV3j9GhsVa4CefwmbSO2r6nlrzc1PDO9jsx7vu5nUDb58CqF2qEva7Yd+V+gj0DzDW6NnvHu/PByB6obb97oNOKrjcL8NWQ7Wr9hjoZ8wfGYO5jhRcCvA9W3iurvsDtPuqJ/Z5gNyLqTj/3ELD92cBXc55P18P5O3TvSR9/1jT/XI11/yr0kax7BNlzJn2733XiPSyefZ+JunVB3cGwVut5l5tejSx7UGuk7mAy97nnfT77nGHqJmfNfax/z41qsz5r98XO55Z+3qdh1R141kZWDtDCpbX6wF6NcwPtbceQ6x67bj7TfD/QY3GP1fxjfciJhV2nHhtwvW/O37Hb8TmYD5t9JLRU0psVwnMKXKdp6pf9sb6b/plEztRin+696419VqTT+5z9qFWvVrTOWnh+MUd7mG3tR21HatD2feA8g3s0Mt3887I/O+jm9F2ZxTfP6hp0+uiD7V/L43eGiH+t63LPuOA7YF9rjRc19r3B/tTSe23YWiwW5KyJ/sm3D8vVXNnCHnca2dNrN+ia5oo3UN3vGbmrpz51t3PRj3N7hcyS0dKkY3uAKxxnkVv2aiSECcsK/dpSc1m5QdSj0YruEXuePJbw8J79wN6W+jzGZw9/CfDl0MOa2H/BI2gdlkhFd6Vem7D6uWC3ACKETB4yIQ4za1QIyOuvyeXOX/grDBc2zgF8xOH1QW0sdIvcPU5tkbNWe+G+Dn+pEfinbu1+wcYcaLeXSg84e+bUaQW8sjhwmFzWgMdHrvsZtq8j6EmsdtHjIPgHh9MWvHs39IG6Bi8uiy3t13jgXbB34ND13fCD3/Vo9MVqP4xCDNBEXHwe8+aewyK2z1LKshpnf8qv/Oa6t/7st8yLhZbcVX/vmz+Q17/Ts7WPoO+tH/KP0DW5xtr5wopgD8yteJZ7cF5IJvvoF4oNehf1B8G/xyJ+BPSTTw9z7bDoL/JtrePdjs9ZTl6rZuGgCX7DUB+7yL1ddN472BO7Y0woG+A8qmefdYfgf2dYnGOt3b+tvmC/jrHZ8SMLZ976swfPIMfH2nfiMOap4/DuTy1Wneg+xAUQ0XruZ27HwY/DfUTHFLRvIqmq+IWX4J0+YYxfeMJ9xgZdqAvhaMxlLxhI5j4PPHMhbliHH+1G862h1p7NQ2AXSCpVhXkOIY41PHPy0+fmxzx89pg8+rU15JrT0mqha7Awr/PffET2FNQEdE4rQt/7HiSZbMjEWe6Lphura27n4Bc9stF+Zj99pFSghVuPcMdRay4nv+Y8HS90HcNhs8dCm0YS6nMNddQQq1lLHy4A3cSHw3JUJOdqVKFDi5OgD3lNGIv9F2ImenQm7oHGuShCGpErT0Y/NNwY3fRZ5gSy5tH4K9KNL5gii551iWWM01NfGFB53Kgk6N7WDmiW+AtHkSNYB8ZQtl6dT0gByHEe+4dry/NsO9rpmR7HX0QN9lloLxCH2Jk9FvaGOffagkVuJnfVmS2z6LNao/6cRwEglyu380vN9MDNwNwN2WNRK4J1xn5gxR5bbyyaOzxBz33IoKVoLS0wbqCX1yfXJb1QR+wpSfcZm0aXRvZAh9c6hEy0RvSVh2DiMZVyTmZe0WLnYvLOt7bhkjMU7P7xLptveuKRS9xiuX89jNrbDM6eRsd/kT352dtTLM6ZfbfFcVeKr6kNnrFW+FfQ7LGwBbQCl7+YsEpi5LZL9KKpYvNbeDHG4koXv9PXRJ51vFmlDzjvkHs9fNH53t+fBP/iOCXzXNiEQv2BT2E86snM3P7VD2dmp3e2/WshP/v43KejvS+Yv8Q606VXcnzcM2fLHpB45gXunkST4oZS7jW79EoOBTlXGGJVfbbjQ5idPdEQ99z5ztFBbhEwcWe9+mxtxztrP1ULUh8TbSNrq2Y/OYhhTRl0z7mPtQ341vp+R51+p/DOyeGRt7LhoaHun+fZQjoGvRcR1tC68+b8HjC2t7bPQf85OTVO6vyYYtI6nYNYtWLemvkHC4tu8C/xqvxHO+SJte2kh3lrvYO6SS1yHRFWun9BMWW322UqoWdeieTOJVAl0qPI9jWxuW/eWRe059mmIFZGtu78pPhyDaPENB0Wotojwex6rFO/dLhdGxbfSV+Ims7Ri9mUsTXIEhymJvJx6CjWwk4vEr4wjFOu014Bwvhue6ogN9E6Q7Dl5G8eNDErwmaxQ6SNYR88t/X8AxvUaCis9mRAiSZxnPiaO1TrK8eoGLi6F5+O/d7O/cwIn9lc72RtD7AAABAASURBVNTLWpMefT5S9m4tzhLL9Eq3xWfSZlac/ruQFqnC/ke39n0fO9H9XO7eR//DJ23s235rb+eZHt2SZR8MsvUwlLIyceRIEVBPPE6vfT7zDai29xp8OVJMn1+bvbhvTuvkzrOG0j71vS+x7u4ZxqJuYeMzSO2vxLAyQyuM1HYOgimVtsvMviMu83Y/VJyemJWE0nuQvk2adX+64lLTn5Zb/u786m4JPHqzMhfVaXjn3I9FIDChlx8F98nmPJdxTbUqLoUpgIaJsyeB+qklgDbunuhr9zDDzZHpFarqTOugqpk0Fwcc4tn3+PC6GKYVGKb7YbrWftaZPT/TzZ+69gnaWgRWV+LseXLL2EXg+6yF+bMHNO+HY26N/OKZnnBiVPxB0ufhgJ1zWSyAFQGTQ9sfCQ2JSeg/AjSy24nR0GLOQM4/k6EmxjH3OEDE9Hva89x6L/6IW+y72roHwexD0H2ok/NOB6Raoz2cdqE9wH3FdP/uhbhrURy9lvA69jgygCSzKUq7hWcTxvYaVJ9LrsUKLGyCPkxeU0fSpqFeMZtHwOy9fD+KOi48gbmfp6Y5hMVGmD7GkRt7wP653kKWTnaGgGlMaD8MZ52VF4Tfx0E08/55mrFmMkY2MlqW6txhtd8ry03ZdM595cV9t1FQdDbDbY6Yibu/4+WbWPSji77gFv5kg+HZrPiXGp+HoBgtq0lM0M7hL2IocjICN0UTP9c0NEz3Okl7NBKpwhfTiP0zoznPB/r+2O6n7Rp0+OpE1xOTMkFve6225kXnFuntyImu3ZzZcee5vSI3SWQ2Go1r66TI9PQsarf1rs2zeJ9bbNHqcyonfZtHhD3nXLdsKEqPWrgi/geipmapMa66bozS2QhEZb5y5w9Tc6f+xjnbw6FTK6qII9zhDlKdS2fLdaX7RT+3Ya6KteCw6TzB9uvEmdHPc1z6VXu2bqe1evDM7B5j5Z8D+Yp3q0nQaBGHOw8Brw+qKlUHwT8Y7hBVRSJJm+L7BRC4YnKGux7/npdrrY6w3xFUEy6RKpZKWHkUvU5U+JX0WqzpHonW+62g504YZgHieKKNo4czqeIGq2XT2aKPuUDXMAm2iqjwRPbAR06Aw4qMWRdwckA7WzbkaJcXD5U7o6jwDywk1BTLQOKGwq1yTStcB7NOJj1uvl6hT+NaK5EoF+DTlKgwWJiw47PO5IHUsL0WrAiR9oCQuUCuYc5g7MIVmLtZXVHNFP5BEyx1VzLnhdyzf3DjF3Aeqy+uGIcZ2qeHz1NCNDGL4Q1uLMhphEmb8Exg9UCTfkDH98DmBamqypyTBhX8il8sBNljboZix91uPlt7ncQoiqC6weiOxJ89Kg6QMY+y8JkawLHSLfDj0B4QX/mHir6AjtdaJ5Aol0TTt9AJJ2g7/FnDqCLBxI1FJ9Tu2+T5MblhF7XG7nU910mxsi+r219/6HV8i6zlh14aCO1z25d6+k8u8XyhoFLpQZoSZ4fWWb+zcAvlku7fBSA6VnP1bBKNXSjUQ5RGGHCsM+/8O3dyrHLCDb3h/IJH4sxJxt5VaTtLSeU2OEVNxHXHUWEg3/Yh0aYJ/OxhzAkwdNn31tuEKlwNqjGufp9oL6zuPCF/E2rHQtHBtciIWIFzHctnmj3oX1WpqiG0YE2018m5VrEydwJj0G/uviv8TLPtsY/3uv5ShbrfQ2/kstJadP15NcC3puufWzyGVBVCZrBVOMzcQxF7tdm2/OaQODp5fOlljysHqQ+qtr9N7wE/dp/d4OjIVSFm4t6u4Q+f3o+azrkApuWZJdeo0VVVqupGt7uIBcaeB+YAM+klM/S7RzuJPm5VL3G0i6NN4IUGW6CnyQuo7nzzQkrbYHkUVwI1yN3gKj6eBnc536vQ6Z8Lu04Thw7PR9d+7iF14rYuaOb/u6pKlQg2SWUPvme398hc+UfsBOYOYM53gGftzzWcXdmObSpVICLB3UuSCqOXds0Z3aCHhGznXPBlXgjkzOvz1j7CPpcBz8LvQVv09xm5prGhd8WvBDft4TDxM6MwEFXVXE2Yqkrh32Z17B4l6QG0vNfLHE7BcjGD7V5YQtxUVQrfBVcvx8bE7qMrX5CDlqY/O3BxlEtShSOCTXrVa/QShg7G/gK3qlobVr1KAsWSjBPGfBpykghqgqT9zKgxrhW+2KMIGixII4Ifnw9BVaUKoEuKKZLABTfXqA5dG+R59cEkxRQ4C3hac37fnQ+Ovmg9GiqStulRnKdOvKCIc+LMOH862VPJsKy1gblK4JgyTfm5sU6iz7CT9vTnwslpW0u+z4S1gXdq2/GKPdoN60y8AuxAskq/CPa8c90jC/48kCJQ30jO/jmja12KnORKYaoqVYK4EiYokNvo3gmyQU5eWySS/jzjxoGQmbgAJn56jGTWJlIx34AoEBf31Afm+r74M1d6Px9AaxNrikVtFR71lQR3L9s0cfzMQOj7w0RIKtOvqlSJFdak/SQVhgu4OHwSdQHJmTWfkgnXGFc+o1WFt6jC7CnjnU0Jk1ox/kLpqVXh+iwa+lHCUmMT7OjjsEnpiErVQwq3PzNYp75/ZgjjwbPWte/znaKEflwDm0QuCVTmZGdfrJ9V2ARR16+4Twj753+ff2XGgh5Iz03JUNfvnhpt7+NCbK9HoLD/sdAyfYA7s/Vhj6SXjld64Mt1W/wqFzJtVgyDL9on5fT72+PpC3OeR50w75nbV3gBdfuJNXHQv2vx5QTuzM6ltbjtqL2hqc6HUdWq+I4WsXbOQeS+mbzn83lNFFjymWGLzhN2nsX95h0nt/xqP52Hz4pD7cAImNdgR7ty5TcXrJ8L373W/c9+lMZ7mNN3/85xn5sPQ2wfsVrIooDectukKbTuoe/z8TxaupC3GuzPsHuHYiYNg0su4OpRKf/+DVdh9ILtenX45Oxf5l4IdGqEfcX2PVOjf648i30a5OcO1KKXs38VGzTSo8oYd2u6l7X2I9WxVii7013PBc7n77vRzl4r5vsM9JMTzaHXnpi2Pe+59q0D+iKcYezuffVJvEY675Iehxuem5Ay4TnlxPX+yHlWVDnn6vo4VuRY45BXSwktKlXCDNDPXawvylz0giS9D2ul4hTd0/AgjjKVXipxVC/nNMn0yzUmw8qM4kZldIVOkDyfwf2MScw0Pd45Zkddbw4wh+sHmHSsgLaaE1e1R74ybiURCNk31zCeQF2h4fWywkHUmCz8NHv0Y6sqzCRYkB4Lj3h1gD82eLBRX3EUfiUzNTm58j93GIRBnrWnbr+vHRm3e/ZalYKouzX4FQcipl7aygInGM5HT9J3hJEr6rumF8mt6XgvhSWlMWsdDFOm6FDt1+UFbxBGgWs+Cg57T66udSmW85geQhCjSo/FegHHFwvFREDMnHNy2f4BYnQj44Oef5WCRNM+rrIbbr1o3HfvHNVt0Re+6LhFLnQnN21r6qRB/yFIbkhO1j4J5uIFN/DtR+XpDkO0EDuxzGmBgmTPoj6g0ETAqmuXhdk15gXpuTaJ1j2ynk0i/pzquu5JfzK4rKSv7fFX56qpSraty1KUa6wu6L7jEqvEMFvKDuRZEfQvi9hO9LLmXDZcsfJCOEfg4tg113PfPG+oe/cDaF2mH3lL4sBvHX5tdF/4ti4mOrcdTtHPFg1TBfuQOwFnKzXicPi0eG7WLT66tpvHP/uMsOgi0tY1jAJO7YCVM8h5uO5BAEtdGrNW+xUG+puOjTvGkmp+3H5+6gdDTh6GmtARL8EOWJWZw5ob/eGxaOuCsSieafbgDVHr54NPyvDEJu1V1AZoD8J++mG0RV/thzuMV9acD0LnYbDZ0MxmrATMzHigUqDH65VkkRzMSsheaUUcnIkgDX1qVgfoiT3KCgO/zwBtulga/Gws0oNZ0zlWa/DjsAmxilCT1P66ecOEoZedrwQvjMJW2+AtMFHhyYgKo5fcsfoVt2Vtmx7Va3Jsehgd+H16/GpdpU2C2T7G6AL3zB5+FtIxIizrzmCIWWe2v7MctLp7kSve1+29Bn7AWrkGJZ1pAp6ZJnCqnTCKD43AXaFvGNXZeuSluV5I1HH6jKEHcFbIsLCGUdhqy8L0TFDRVgpmSgu/YUIWW9iSx8ftWawHIZczJLfv53O7GC7Fes1zXghLLrDH+BXcndUUC3O36Ui/HRdBnlmpR2sRlwxLtV9EzDa9wGaeOT39XAybHsaBN5gzEXg5jJxQ0zUu8JpuStIa44IQwR5UZmi7h7UCutANcuct/DCqUf7iKMMmVXLpUXKr3V6K1f7eQ9uQuwf64r2UtZVUVeZr/EUuIgrTo1iRuYKkqjJf+MhY9werEjJhHE9LCFupEkmFgR+B69RtpPpLDsd5XKyb+dMeW4SF1VioC6Q6xcK81ZNDuqfBYDTrpuPeci1sp5e4xXhkcCqFkwxP/Uo/A3/foEX7bVN8ZVBh1Pjbq7ZJVaWSgT4BhrgGRQ5kD/70C4mMRrfwQRwrncf1efQ5VvgUlQx4PJtleWgaZy2+T3zOTXCXtR0NebrrNdB2fwNSR4mLak7BPyVcEh1zIdta64eQygwIP4NebutaO0n/SKCNzMFOaKyjpl2XbsU5sIG3Zbv6ID1gmOOOczp7PHnZQi+Czd1QK6Ut+d4ET0ssvziXlnCfH2/JbGxjHzJ30wSvAOZ6I1BMGPZgnRp8pmEgFnCyLc8qd2NtX7EwhGPGgrAX515ghzDPzdaOzozhgbEw1jbug7Olid4DYgFiZf1I2FgfA8s+J0DXJcRW9Ge7FdlS2dwGYmbSS2ZQy+QdqD2YVEI8s58Z28k0rIlDh0NqTPQ7MYbQ55PG986ceSGg3RWHeBqTz6Dz+Nekl/5yEZdjgJrY33m5gHOaXDWT723QuZdG2+iEfSgzwQU1RJN27V7DtrLj9ljo35NFCfV9CPyRwY8qt61I0veWX6biOJ5VfSfekz6GNB4T525W/Ee7yXvq6lzHniXEbOTPYIwCGaxvRil5DefZs6NeljLzOCStX1NNoudeMuwiBKxMnCmIwy6Dam1JHg9px1jpPpk+YEoNOmgl/aH2/frzRTif/erPVhHn9J+HQQ0NuiZ7PFKRh+68On0o3FZhQ67oOfuQ37Ow8+cEevye3r2dUAH6DOYrD/hPLKLnIlvgobJHEWWwQkHFC3nH7FFmK6FNiq+g8/1WGPgTxwz12krVwCjVazppwL2uGn05ssj2uj0uPh703WyOfT1jWd9AAGffbW5dyRcRR+IIhVAEJj3Uk2g/sOtCGKOFsvXI6LdAJONA42ywNF97Jc/GRoUb2Lqwul9//iozhhq/15MoqpCz77o0VLZfJBDjh3yj1WHduZxB3GyFYyUVBgsTp6dt2rkWkjVsG/aoqjAju1IoBYa5hKEgt9BDzSTJ7DqXRbDQBBRwxrHSbsVRqaqEGYamqsIkuk1KroBsykgSeO7+vMAWyC7u/ckzUS8/+tezLBnODouXTH3Imwkxrnmd2utxAAAQAElEQVTgXcJYYPytaVOpGpjGTem4+YiNGvJlFlGV3uy65ARcCx/5MIuzFMCNuUYYC2+dRMeBqQ2MIfnKNZD3sTwfvs/u5FRdMEfCOFcjoyIaHH71M6rn9qnWHc1ElcAO0kOmnc0bszW9ZNvT6SMPqaJQV9LPC5tBYavPkpZWFRbABxTQiko6cl3b06xFSaLbCEPupodgGrcSPeFtuv9VCX3yFHickKs7pEf12ov6De9S+IV+T03LfCA1HiseM53VmT9BHogLxNF9cLCRw07vMFQV1qkF5I0W91nb799FJIEcKryZ7bu0ls81frGPe6hVVS6d10kexvSqrvD8/ePsQxfc+TkYehFwbRpwpvCXnlMTh7QW4KLubkRaDIzvy540IRre34s8n1BlzvpcCqvOGcwAZu6HBzGelqE0cfGc89KJKlUi16j2XAez2lyQ5FCUcKQdQxF4IDy5Fe9z7mB952EjIJipqlQy0EG0YhvXdmA6QfB4PnTVI84icUgLQc9quc+jvDwS7uCaCT1uEW9wsC6AuaapDnDYhul797QDC0i1hKWKnoiWGyxeVAjAzaNMyjr0pJo4Ldq60Cdqjk1SZSIzuoeunbVgc2xLT7SeATqp/YVXIKQbU1vUNeBI9x9MRW2jOVlr0JfgjvDPz1b1Qoae8bzGjUpBN+Vinsv3hwWerm6QKlXtmgXjz0NHeD/p4V0xsJViVV3bq6pstw1R0t6sXEX53oM70ch+TWYPi8CibkF5zj7zCGHu1QiZOftieYyt6U3w7GFeWeJaqSpckBkrnAVXm+PbqPdUJ8wU2TC2fnmWPmFvR4jdMSqnLZoh2VZS1LXQs0A2ENKlJ+6SXewjIDH9aqZvGHTlwTbfUbGi547NTUilZxad3jG1hKfXYq9FHGoTteDy6Rlw9kLIpA8k63TSB+xZ1Auiu0k/oq5jYc5dDrdtek+z7Ofh4O+nmUYddpyq6lIMCRUYA4HrRNGaFL0htmoHnu+W8E4NzqBFzixKQbXLklRV/EoPvcLbvfBCNmqANgzdKHMh0D0g3dOzLfMdmW2nl9p8EQlMT47azzTkF31X9tW0BtiQa+xC6RsgmXFAnn643bct9UvQv7CNogBABSpxWfMMVjgDS/eC5yPECtmTIiKkHZ2lCl6Qw4N2rY5qR4vI97KI+2eEVrCRHC4KVvpUVaoqLHG4X8MgdzzxMgZ1UJACQ2s+7dyHXAQ9mbjeVT49zrmCpvtR35ZY7qCqmjE+vaEiUmGsaE8/or1/eqhT1vBCsJeGB3382CQzPGnrO8SjCbMVR9+W1JCVzhcFOsFRgEnH8iAQnMGUCHGBfioQ5365H/BeSNN0O9UlHbtYiPV/DdZpfNu230sMN6jFq6pUDcKZwrCN8pV5AmNnq1f49zX69sLSkT+viyJ6LIx9BT7mNomZ8z2Dw8xyX/pEtJI+zHajI4gwxV54PT23DnSqejUE+Jeu5lywzlOTCtMFhGF9A99573fsklRV/MJL8Fbu7qoPsZqvSeBD5xidKnK5Gwu/cXie4aYw3WfRwCtVFZ4IltQCSfvNVmIAzTOePk1RXCREC/ADJwpxJTDVSI+isTDA7kxpOQPGBCh0mWdMn0XCZzwglz3Yq8h1RNKfS+2zPCOXKxf61UCuc3BZSe9rLuRB8BvHx6pHmubJd4w9sdYwDhzzckLfWuxyLyVCTtuYmqHw4fQFLueCW6D7yWxfV5gT+sJ9lKgHZc5mgImC5KUhZC41aHGZtzweLCuFzChrLfULhGy0B7kN9RNRz7zFw75iRXO4lfmcLYlFghk4sbbVj2PxiLD+3MaEUJOWhSFRZnVG2znPTHomGzyKh7Wi74vjMazD7T2OHeVtdaeJVODRtz22sMfx+YDHn7MoItdQI4HVHNAiBzr6ORoD/efgXqd+LDugreLZChtYY3KR8xTGFhryzExJGyr3bvpFsEA/zYVKYLyTKHx2YV2tCmu3PT3D4AxMMt0lOQHFKw7+5YHNxyeGzwHhzMl6LmOtoCytjWM045klZnrO2dkgqaI5Mw2XpP1upis32l69i8iMdeonTIjdrffogvbggwPBfz1AktiWxXr1/ZmQa6DL8wPVReP0u6Ol56SG2QXdu729eNYLcAioxpnZvnnC8XHsqWnIAvZjhXE9IOQOrgJJJiRvz8WpmNczh7588q13L33AHzRdfz5DYcxzobD7JBy/4QK7icSYJY6up/kt356pjRXbpc+nt3iQgrQhZ7GHLizkbXV/i6sqVahAKsziaqUT3tT0G481DFn7jAYBXLLL08N07vKcw/v7j3bsFLXqtEI/udNfd044TKxzn9bSS85ThBJ9c2F0uC0m7qlV00fqwEoi5qlv5hQfDWfofBQCpxri1hu31t1lJvB+vg6Z3t/zdopiL4DxPFZ1f+Odr6owOzoL2xx3dqafvQmSSoQ1VaULbYXIHviFy30819m7e6Amk+ESG9AmfTZX9wK4MReS1g2S2Fck2622pz6Octlof6r9fYeTIZ1YRcecyRzGmXmGk23lOQ8Ux8nesK3P3i2aTzrV/iwJTPcI24LIU6AxPM/BPqPgRO4ngv8IVqDsenJOGxFbS4iaPDI/v6aWC/lhSfgzFARugMNcgga8snj/c+bA9Rk5D5LYzliNex5cerZwrwsUMdPoHjZEdM1FbhENug86iJ7NcqjmPUz7pjqjA4vfNVgiz3TvedYLXb+74asV5rsZi1m5cwd97yxOTutn5rZPq6hmctnOc5ZjYZlr3xWXiewqah99Ex0sFFRjZh8c8v4HcJpkIJe0T65rpe7qw+h328+HgJwSvMx9soesIETTvdpO3M/H+HmQfuFUtxN+Zvw8dnj3zN2DGzZ9FtPqPZt5+Wnl2TYg+k4mhXcTPAPr+3mg8f21Dz/9FK/Y3/MgmS0kTAGfNSatb4GS7oSzQPZY/EciYiP3VtubSwBjjFOV5/UY8f9OVOtH4P3NqxO2ECdrTeeHSBsI7RzbDhyrCRI2EZMkwaThXcZsupE1maH8eiZSJzcJmYZhO69YpmBWku2s3oZophx3Xx3Nuds9i/ntF5VVtaNtppDgcvCDMi8c/h+04fbkLr0ND0jpkvYha9Kthix8kR7PHdZ+YKFxhoO2v1rMMg53TRH1oiM6xqHmcnUQFWi3lzWfwepgFvwqlolyk69wm9s1iG7B1iuhoCM+EErSn0o8SNPr5K+Dk4ssFi0ynD0XVlDjbMxyW80/Y2E/JkekAzMG0HTIFpODODyWCBnfeDphHItri34McgRV1W362HIdIWQaHhDOPtyp3ygJJnSB3FVNHAcCjqNHleaWY1uI6rr20ULsScDcAfviGfMcu5FNO2ZhkuV9FzpgAOd9WmvcDqe2bsdI8GbF4XktzlJgGYKxhUfjkMhtTG63fUSXwk6zeF5EdVOwD4HnMI1louBs0DiudmBLBB2F+L6DMem8ctwq8GYiWtRjmAvMtJ8g6jNi91TTGRwmLBGHZO0+vqvjB0Y/d8ObiKZsIM7Ftn+rGa84w3hWHQ/LlGEbJ6gNWHsJXc7H7Gfb5yvIa1bX+MTUeJQix3cH6zTQFxB7qtguEibl3gp0EHrmGqqFhGnP0IdxM0ktibIKa1jyfSCdQXO42v5lRS1xrLuQPXZS0310uIXmYCvH3JG6Q/ba++nxHjRCTpu9b7XNHjyH7WnKRZy+FyEJiJnjuEc/oAnrUV8fM032fZSiupuFL0JVXQjCokzGjFhmVx6PCmwYNbZwexaxYP+Oz1LHwU6zewaSOtdBKzjLRGet1tQJX2HX5BcJgRmt6yJXII2+p955fvrZg32rQbxADXSjzji3YdifMXPS1GoGnR2388UKCsq9p6lBPzBD0elm8ST4NY/CWJLAZQ9zhqJ5HT67nR4/ajonWakqHIHps1b8UrfwFnSB4OeMJipdmjpsn9m6Q5TFBCo8hR8//RaSY/a3s9vetxkNKgTMbrkULJq93bmrutlNVFVU1hDmhKGWjAkkGEnQs8gUnFNbUbPCLahb0l6mLQtEwavZh21Dhkv02guytrMUZoOEtTtq/t4P+xpP0/Ye9U2PzeMXelqGI7XOs0WC3JmlIydIXpqOQwcVwIMRHQZpzlDqYxDNuaFkB7dFqtEL/LHbDf0LrrD6cXSv0us7xNg850Gahd9ZNme2bn56skKwwo2q0FLAWnBgYcCDPbHpzK4gRuF3GGywt/9NV6EX0ZKtjfQwCr8vhVEbGLRBlz2mnqD3qc64FlRDnjsSzr233zlJ+hVVhc7/VZ9nib45+ABzYnjVsoP0qF5nufdDtai2U58Z7HF67mx/73ZynzFUmVMn+gLUZY/hKkFf3oNchS/jZD+79KheQzaMwoKuqVsMG0G9Zs578mF7NuCzIENEnJZVyYgwsMaYdDY9DIvy7qmFpRWrszhr6dCzpuok0RYZkc7gce6rT+eL+lArKnF/+NPiaI2h0wMHZbuV+TIolqoKc/eD6AZYaliZ1bkKP78QLiwmGJTVH6Mw+r7YkHzQXqiEKVZsVbjF+/d7pmAGrgTMIp8BBd4jexDimRe6D6kCuiA8q85oR5xt0jyasRUIzpAeVcTtuRQpzoe76LN2gyJ2Ftk0whhdiJUNKj0shFjkjGXnGbXngxiYZx9ZdRc801JSKGrojnGxrCTZn1p9FQvlIl4SYOEsOFzuutDrqdQSQsX8RekMXMMo8/0UW4xXsElVxS+84KZCv17xnMr3WTwHaWp95+Nx8lYrCzrZsRSTsWc62RkYLTk5oYtdZJYpF8AkWrBtWKp9+y2inn0gozlFQerNfkbpmlnvYuvOWcOwhUqbEx6lViy1jaCCwX8Gzjew/zi3ukcvPEA1mFbXlmE7hm9ZpQeGCdnRaHGfobVn9zamxhi3p34DnVM/ONrTbxFnj+6zdtAPSJUYrryPejT7MZAomApLeqAhIuT9sxGzaTn+/RC/9vlpMhPOScCervYuKboE6MuRTojjKJTMsF+0iuRF+4/3l/Z+ak2LdK0eYKo5sGX/w/Ehel9FDzBaDKJFD0w6HQcRsxXYJU4SP3cwl861OjP0xbxu5c1D6S/0/SwgrTe2J+n4f/RqwTvVNNd6vJlGyAnwIu4LjDdUdD63oXRxX37ADLkW6lFKzPOd2P1DNg6oiQnWBmamSTzMkRPFf9DloGxFghpjYY4Qs0Im8Tx4+n4kshL/f26LA99YN+cAWy9vOsaATwt7sUoKi7gfU68hvbpP79bctZi8gnFUPe/l6I4NqgUUbhM5MKE/rfC+s33p5d2VoKQyLxiIYM1j+hjDEOkIXKca0aJZpC8UO9SO3He7GNm7RtYSzjM0B4ypR8wkYL0m6cunyPc9ip1gMz9jpLZsvy/7tYSFaahAt/120u6smwjDZy9wZ5Jjtq8VHbxyYXc+M3wE+5AsaFm99SU2RtFx3wfiGbBW3p8xhNmHo5YmuRt9tuH8JCCYpBSFPgthLxP9fHDsK2dOw66reAAAEABJREFUQMXPh9zVox2akJzzPJs0e664AQnmMxo8s1iKXMjVhUxNtYEldhJrDmjRuaq+BfQRsPOa2m7NmQhZh7PIWjmK0veTMKBFFYv+RkdHvDnli+aHPnan917nXLAt6OUEaMwXxym4QVUR7xBzq6iYqKpUFT5I5c7NNXbRmIIWGOeda3gP/xTKHOm+tOACxsZRLgsug46TK+DB8H2VQUFvwI+I1WTOIL+OH/QETJ5QfzP0QjxnI0+tvvnQszayx3kotWMajkcPPwLyB5OQXS1rnoXZ8TqCtivd+/hZeEI1bhuXFVcYpr6oVFUyE4PD6hQ7SksIqlziwTJkesB2uDpy0RPJyR2nqtrlXxKCO0BaIneDZBmyVLkQYAJ4tAQcAz/mOiJuW+kveCZ+k9E/imHY0Gel0TbZQXv+EKv2WM6GuD3XTXeVkuBbnDWxrlirWEUY2MA12g+D/OGw0lUFz8RWlSzBnHwRrY5YagNzTc+FoND1uYz1j8AcMFdw2yXcnnqxc5hUqdQT6hKZ6nX89PO5MZXM9xnOPEfrCBKqakBfZoSLtpKIMI7NZoyres08jcSwEcZJxb2A9wD9g5R0T2j/MbqlFjbJgo71msV9Lo0OmZbf6aQrZQacyQZn/0MZF/zB4U+ptjk0att3WTxDoNv88SE8x65bO+TI6eOg9XPYaXRVlarKjErh+EwwudH9k4tKniwNKZsfbzoKxbWBHSSO1Qd9v0T2EQiYw/eG7OUeYa+NkydMf17sZRAyXWNAUfNLdqPaet+lpFG9nmX6BV3xPItN2T8Y4IQhF3Dr4OWnJ6vP4ID9Yfo53TqkXfl2yN77zVHXlhwbZVCpKnyQ4A/SIQvHYaaH++tAVxWSMgLP24R0ZMfqrejP/saVSi7Y+gZPLlBLJugWQe4G1cwbUbF/lbYyQRLcRoKpkNaJYxkUbYUEVpPgMNvqewYBp8k1IPTts3ifJDklzFl3HuY24dRjYu/zLuKAPDld8hjWpKpAeuBRVe0nWHIajpCFDxPHOYV+EJDSgEqVaBf/sU2lh/WLYId4eQ7VcS8rPEjA9GNW2nuQlw/iEuyPCfSAZ5ceda16VRXmIBXn1OAnuXI4zMhW1dg4yuUOxoMqLDOoq3BEuIYbYM+sOjnf8eTnuPBrY4urKlUg4OS0Ow+dkBdVaJJU0jg9O2bxGBdwmHFUq/HsK9m2OBjo3FjaR8yC/pqTT7yPfmbQyzM0eCvaSbCaG8OPJWqIkTB3j+sMiHqioX/AEuaxcdh44QBdmtBzYp3mCOVzauKYnpTBFpDzV3P8uSglBSlGFfZdKskzk17So8JX4d5xRImxfPagh15hK34R4ad1RQD08R7PzWMe8R0vKBzNAYyTJ8qfEZJGmW1S/UXEe84AJsiK8LL6Qp4zVZktlCXb6P54Mqa1hKnannezftsEHp+13SMzPv61P3X6ab2K7FF2aYS1EtZBHNZpczl9xzoh/UJF79eLUfZYZMIzA5lh/26wQs4IMAl6h24Xx6Ju6TSqSsn2MQVgqgodfoUoDGsAMQETR02b4q8VlapBgm2oB2GQY51ZmI51dh7KedHUG2s8u6oyaNKlWADz0K0hZpK7n4Wk8kDzKj4NlX5Ufu/h4Vu5UlUJOSSYy8nE6VE1vCapjE0P313p3Raj3X/MasZVkWiilxVjYaitZowGlbAhM7cBR7BA3+cktTw4s+2aFxD9jzfYNFj64Nid14hSYDGfoPntZNjAV87Q691RwRkKNNfPNegQH9Tx7V15xXhEdTD9665O/7B+UD3f4r6x55xk+hYGrBbjMNPgc9B68p2ENDaJC8vEYeIk9J0W1IV3GROD3pv45HGdnII8dSE6v/vj5hoUVKkJNJZ1gX6PKzOONWofHVNZZkkPcnMNkyGzYmtWgpXbMG8s8BUJBJXq1duJPrMy2HnGsgToVeJl4Ue4ObjkJhvV6e321ZqoZrphha8KW1QDLw7atV5r3HAD90s7UJUQV2FDO8325aGYTca1e5GvqjA7h4dfFBP2xGe2G50brPfO7n6hG/m58JNAGxJ6mLvzr1RVg4XWlbZw6UF8rNwOqYIlYOLQfDtoFu6CXPgJ+19xQhjpqsJWx312ChZhhMvOYxLjMAgWwOu5WhuyxfsJA1sYJ/3S2kNI3vvEhluzsFWcFdrStTpJNLPC184P89xK0UKzoNfRYSPgUiz62KpKFXutAZmeVZUwc40T2JVHTHIBpxL9hSOa63pqmBkiwZpfLKv4HU1Nf0ZjQxYmXFWhBFicVlAynxMkN59PUEEIjHNKJMAEtgDGKl4JMvudTa7PxyY8klRVwwwepsAcd5ETVXCL5xeAv7Atem5ZxIPRV2FbeywCbsut+q5GIb8as+cjpfUQTBQqB66LnAi2sdINrp9XXpK9QvESOEowiTUdpEfXtMeCNgI36uhxwoknsnz6BprnArEyOZhE3/pNrTDw2+LGXCDwm+uF4H5eGnXAGKNEuc+R4/Es8SCYpm5oLSzPgnnjKZo7c27Y1edQLCTu+lFI1M92ZEeDrueaFYMUf8V/92l/EYY9OtB/ERQJctxvCfRM7gXn7PTdvrjmaR3R6TB0rMc9PGH6w78oCqONQnxmVRN4Tn3Oi+E/U/GUcHYeD8Gsp/d0gWNGUuDLi+FyjeGu8HL6+RJNngb6Y/BmmhNuca4yGV7N1prfbqeWQgh5iSoCYQC5wHbnWe9YLm6URLnvs20YtEhYIPxduv2O868Y1HjR/sXTggY1bEoKx3nzuJbEGDQ5+jA6xu657nOP/C3Y5r77pvqz0bdfs9Xl83T6mwS+tffFzfFBIdEue2pHr0fizB0Wmr0DW2yyjUsdNSr68nB9Tt2PjIrV/9MWPpYdQPLxdB1Yb8JIK+SMZ1dahuaZQY55i2UlsG16odA+cOy1/DDpisWbvCRHYyK3ltBLnbUgDCg8VwKmXrfRoVKf2/c70UfCGXplgWHiMFuFDVWDEa70PfOCsVRw7j4BARJXwQshYl798Z07HnNbx7OfolfC/9DxiLXAg7U1w67GPJ/HXeA5n4oGema7id7A1XDUC3c/jxXGvmP7Fbe5tYRkzp6FduC64grlXC4D2RO27TNPB9e66soQjFUmIHrCJn2Y9uLQE/qJnkjrey85KGZ04+gAB4Fuf8bwo0B7vkXwzw+ubmgeWBMGaVamhwTMeUwFx7Rv+jM/FYtaaFa9hStCDPpeyQ5mO9P9PYtD8+6XtETBvKXxzucP5QiufrP3kNlDlbB2UyFmjxO1hUqfn2jbtXe/fYOd/moGVYVqlFUVgqQXfPr0NrhSK3ejE3fxdkshfqd7IehpdXEJ0DHutjLX95AyeDlMT33/vcLAdD/Lq7dR+opxIGamj8F9qmrcvGDYrGmdFaQp48XZ7C9C0KSJ53GfQNeT82A7w/PrCuJpA6t/ke3cLVfyjkufyaNc2e2wEwfNxpCLPceDf26yOwxZNDjM6t4xhi6YV0xJcRJHh42YhTN4GggfYmun6Lw3BM32Zx9Zl2mbVXsAcfH4L5gqh74Xrr6LOTH559fFMWo+K96508UqMHcd1uXLU4ZZywX0PDUdtFpPSd/ZtIHgsm0UAFOY3TRdKydmj1G7ijw/INX2PlYTs8XVr+Vy7cyifjxXkwK/jVlB3LPsOv06ZlE3hyPYE67axfEAGuKWYV88p+LFufS+/bPAXsK+YbSPZd7cx72MBJJrLt7zskA0e1PoHXTq0nTE/avP00fYuSIlME1rBwoOhrlf/bZoIDnvzXMd+L/gs6Fxetfyf3ybM9bm+GeG9sLqnzGepfsm/bm+5cMgy/2DNo4VNJUHbB4NCDauKvJBjXWldntE8MgqDlZz6D1zQ4o8bRAQnBwRdH/bV8ETh24FtFNb7U4aP45tKS61WmDmO0P/EYy+EBW2N6bO3tVcZGeB7/25i0SR6fMjrjLKHtUyg85T17YJc4VXoYTPDC6TiJWJNqn00BfEMoXN2ZviUrTzusJwkUsDxo2bxGcaxjicA8s8Vx5aghzSebc79jNY8AskD2hrzr4wIPBq0qOI2kGnLZdUYdUubDMvWMyHfFt6K9n+NCNHvlf43nP3kxt5taIIhHcuNOdzvDxHK8IdacLESza3Fs8G3zj4MW8jEYYxvH+CmXumzz/oVSHYufCMbFHE64BSHzZhX6wtXOexZ3ZsEkcjv2ymA/w+nngZAWe5tGpY79AndEv2u+U9c1rpOrzeAOkz6rjT6IgDiI+SY8HQ343wWkdeV83JVxGpEWc/KHUhV7UD87uene7Ou7IVXWKusVx3Rl+g6OfSm8/ZRuFdSO5OSKe/VB/cXuv2/7LMIkW+v1PD2RawxPc5ZQjXQrFsAEXMOsG67dG0S6ENXcs2qaqU3pTjGRHgUU0n47o0aa9oT7Zl40Ow13Crf5iR5FyL/rkf0DTdWv8SxDPCKFmnN5fz70StM3FAv6ihZ2FX3BXPuAxg1BA/40muBhpoVtqtva+EfubPqlV8/4WOCSIWYld6LSBXxi6W6ms5Jy49uYMOOPpuph4uBONaxBYa+9J48RkP+4dx6H58xHa136KeTaKhOiuuLHjdhoTWPbTWmD1xyKeHle2w4Ht+CzpvLO1zWc24/+zUnUzCL6wx5rnJY484dPvKm6gUlu59lQ56/9mB1Ez0THzU3eA+T8bzYnaqk6uf36LlIgZ4OPRgLuJ+xr3zRZPJJaOe3dI9kVtS4QufR8x5KyGOY/fqRuTPszblh6hjG1B4+7exU39vu+LR0vsfRql9BHvbV5x0Fh4ajjCOPtqjKWoCKmFNH5f1xdMmPAPPz2Wdo6eYlunPKL7FbVqvRAdWI3C5tusNXeAi0mdpz/1sboGWeiYRKzOMeWM7IO7Znxk4ayS6mWcxgCdmPYRkXwt6c2StFezWghctyILGMxyZPfp3/Of1WyutRtsUt13AuNqWLtBWM917QQnM4zkkx/Ao6Im9vyJcL9Q/J40vdIKoSI9v/TN+xnZk0A4SZn/meBdFd89Sclf+cmTBTFuM56pGWInFmMcjycq0bwPm0UTLIaHawc705589jDpjD86n73n9jHOdbnli9fNoeGMETPIWAgJW2zWnP/VoYUmzMnHsJ57xTITng+4697/ibjDMMxv6e5d/qkJZX5w3OEyNZQka/2NEn7PCsBCwgf8vi/DCtrGg/fATmBx/jPX7J0F+pbo2j8YyIsHU2yhOlJt+mtNrzZ97mUazhlGb4bjdEOp+1gT3e2yqe2ZXy1ku9A9/s9Pf97gyX95/8kWXwh1UFTF6n3cYNsWwIaRTYnpIt7jaw9VZoYVCSGNNxS8WgvQzauftLf3CTC76+EKwnJsz4JzYXYS6LrjlvKi0GL9wgXpxTmIvGwNePRonl+tWMLzApdZSUoUvcKnwbAODBSnMu0URX7PPN5Ea9UZzNrxHYuIzr/NxlsNxhsvFebSXzQX9uEVvsxSguya5bqFtEocp53Z9JmNyJaqiDIEAABAASURBVNlIuk1lhvfBr6rmMSkzNLB+EfT+ngXOVMN/dWgnmZpKfxFUVZNVlarKjHNvG/ms6YrbaSSzD3yLR0u6I22jFykczyII6TTPp316kMZ9PF/Bsceuj/s/UkNICg/WuTJKVSVM2wl9MTKYnY82CBu5G3KGY3ulzAv08yY195EkcNpL6F/9urIZF2vsUSVfqISZ2/O460iiwJ6Xe6+4+cdra3/Q/i5nh/F8nvYSHkYWv7XYHWoGcNdzawYlXLvUXy4EGVYn7w1j3HDhtsj3MajysykPFrmFvqrCTOG7eNSuIV4QA4Ke7LF0UDP1DpruoKiq9oKXM3oTeGbTxp2bSlfR1LUgRiff77F5Irh2j+3ABT3NUfQV2qKZZ0levzP6An3PCqmkwnDpyhhXETP1w+hexviR1N+o2k7vQQ/DOC4nluQaaLavN3fUg2zjAnwpAtr61fvs1wrXKWQxmRnueIPe8K6LsOUG+JqGPjCH4Ra3E42Hyr2Bmu6j8ID0nMosAbr0mSq6VXXCsWFAsTKtKXSVMPP88Ofx4chXuUBgHumbh2xrfk4OE6k5M59jUmfKpQUw2KpeEiwz1V+ZqxV2wxMT5fxtYOiVqhr4BHk5nmCF8t4ImyJKr8VaYbD4lzs8qtRYpR3U1t2sSmFnrdg1RY2gJuBeEQfn8yjNo0MSqIbpA/PixDdr0V1EOPWV+UqMU9njxV1MnnNo1S8LqVsN67yTljtRoCfUKtVCX/Oo1bwC/S5OH5S9BzGfrUuLw4x97V9VqRKj85NTSYqv7LHIrzJwAfQzarAnv9SNy7qoW23Z3zeN9kjscYBkJu0oyYVwjgv2mLjz8D27phdCTozbe2rZz7/gWdlg88vqIzx/3u7O9BiPFCdmZTbpQs9rb/3nOWIeT0TfjQ5QidqDzLja6ngWtH22tqN5fvWsPl+uhUFNXf+FGkvZHNwiDrDmAPxyXmzPc+l9SB6L6ywW/6hERIulgdmt6FEw7neRq73bUrjsh4yilQdiJuSe6k+DZQCOQNfaLX1k1JjvxtXryXcbg5MvAsmGviDJTFcWqzDatu9G3Jpcw6P6mSmY9u3JkyHkfrJ4z5+5NfDMKjWC4PneUDRhNQGsw7gfB5xUO0m3IXe2jqNjemuveIW3azRYGIE5tVQYhSu37cUNTDT4LEl6HnmtMTBkAzymfc1Z0z7c9jV8KJMuSNpCViqOXslV6YG2Zg7g1No3LO4jTvrOquyH1S/IxLIS8CQWMYKq4o8qYkLbaYJifEXZY8kGOamibcWvRfbAOAoKkrlS1xchNQuz4DDOxVJgn18XEcT9hGU2Y28d6w46RtAx1vhA/SOKYO/FJR5tdWg/Y5aFBfXpdGfdyBB7p+l6YjODW/XlKdqBbsJzH+c6S6dZ6J5Xjq03KahX024vtKGfr7vvd5/HJ4UgqbKPLhtlRufgh3Gt1hVpaNbbrGq289GdJVUEzDvluPDM9k2LDlj8jjqxGn0x19FThB3CgH0wUNkw1SBu24uaQrIa/TwKjlkwmGjc07t7DmOfijDunwMK+oEm0c8eS1sJM5uXsi6M8XNSs/3R9oYqJcJAPRN98f2YVJJu60JQ4Z1lD7Se8WpK3H/mNTGaOXLt4M5AMSm3SL4jnf6xpONO/eelAfu2YVFZVXdMUkUMwvAMVYUXePqH0aG+2HFz+MyWnxS2qtL7d65YZ1YdH6svTGmhok2lqmQb9gmhT1rMBdnkek6w+110gSkKbEEZz6iMQDYqaS97TFylHery4O7fgc+m2yOTr9rKba628K1rnoU4AC9xAaeXOsFBcwbpIxuK2nZMeFcCawQukwQTZ08DMWH1N4F+9eeymxvyDG23mqhmgl95YM0evoGT85T6grSme+sAfHt5N1qHMLydrH1+OwVfTZALQhoxl71RwxeJgjJX1Z5RqmoQLMiFpN3MmDvRKwchfWrSg+3I4pZgYeLtad24TfcyMY3GkRMT8bG04w7k3y4WLRZC9kDTZyVcq59On4kw/aLI57nxSqrVPDyt2AXb1SwXdjVTVcfDroZ88HLGSqoqZ9zXc1Focmhwgsfel6cDKl1euE7ulhBQYy9MYpwZE48f+InRZ0bXQN4swaRY1R0QMu+zhD2Lvv1wjV4kMG9uQ4n7Geq3hdDHcOc1FYuMwEDyeHivxv0AIPVbWQQC4/PYbteQV2bfwr/OuX1zVDHpfUsS74mgv+fM1Y07btXlxZa9UNP0Tq1JdCoOzri0wHNxsYQC5ZXCTw88Ij67islrLpA8J+4eVhxHEXmpAymfB22GuhxCfYEb7GgN9NzFyoGsj6KtjpIJ4paUt7DK6C7ZmolnTevDMG41DpPH4Uriufng/R7hCKwWxne1uvPyTPS5xnE9eu0BfPfHzuwO47LyKvahKTCVRHMPZI+nD6LlqkhdZh5syNs3aDJL+qTXQa4CHzcPh/SZfJCO20kC1QK3KduWfQ+J3/sZC4QFehoLgovD7wm/qF3s6T+6efq1PKlKwD16Q8WGBEMRIGTl7L0zCgufUWwXQrS07lhXxlrt8O2x2MUe1BPRtuXDQhBVGeGbxMxckXY3UVXEcCQXIAiMXnDiKBd7KBDG9OeQ7fXSPOfRNliYp0dr2Kstiyk/j1Xd/VEr0nRflE6ut2ZhmgoJ8qcEze6xIkeMnYk/pCUmh96rZSgyyTD2+Zu8k3dsIyTOPsgtto/0ADGzDzjE1X4pNLd5NXa5p66UiQ5uWSmjujpWKzrsMxGyBxPK3MCUIBsSOaPPcwV2N7BGC9b2T+pYD066p5IDCTd/0Bnxut/wkY9GLbXVvM9+1FX4pFdjfN+GMdTdJMcZmaaBitr5bekVsR+AimTnQgnoicbcIqd0NZlAp/jK3aj2j6KD9C9SXQg/gtjd+ls5CWYk2ibPfJbbD36Ro0Nuo3APcHtWqko5EZb18aRDnwUWVyFPKqN0FTtHnpmdTHRMg2uLnKHSxImxiqDwZhoju1Flx8nBM8d3vQssk+IHo8dt98VLQXMbjZ6F4trFhEgz7bk02FCbGUTj9LoT2zR1v8D3NnTFZT3Junwf+Y3lp2sBiUcblcxzQIB2Lo6/syqNFjvoS+svnQYsU1cj9AdEHpi+/f0BCcMnDIdVv6pSBVKSQHvrDpErlRkqhNGx+q9Ab8p72vbkrWHLVOkd9rk9Ny0rdjiG+4xzntZWdDt8Zuc7xiPWFSvFV8DYcLaVEE+vdir/z4e199idpLb7yLj3RSBiXmGfSMEBGT9NhriPJ8+SeXHjT7frMznhpRlnuvkPOLyppngkbWd5XFQ8IDG5vdZj26+HtoempK+iavZYTc33+YJ+HlCR0248F24Wwy5eFhO6agrrzNsZ8wwfNzQ69y7q+o8v7HXw45sEp4e/vwifn/8vKKwrNrdfl/RSrNx8DNkO435d5/mH4p9DQl4hO+8m9r/eYV45qmr+l3Poq6hljgqHSUOaDaMjpe3nDz3950bNIXi0H307tjd6a1W3i7ZtEPWLn8i1Uz6QDoisxxii1tiqjzfBTtLrcf9LPTJXqEXlqdAKGxb1fY+FsEkd/LvZGutJeazWkydktcugg17M0IyXNrU7D9VpFxoZYojQG+B5HE1MiA52PUnv2u9g82aoJqKBeoyx70AbYwOsfpXOlksAe6ZtbDfA7dm11ohmgjQzegceBx12WiNaw16+5j4vvpzPw/9AGYJuzZ3UYDKDnszw7IImjIdtcTPu6t+DlLmXPfXDHg+gUnHY4vx9K3DLHCmmYZZc5rqexZiQqQKoR1MgoG3hgTAWgHall2YnvNB90lTHOuxH3tD/xejalWbWsr5oabaS4uZVYcZRhY9TxY2RMJNy4i1AQCrsMNN+DXMxGwcl885gjBVbvnY8PVRVqgrJPiX+InrlJG+CvDkrRFJ8keC+YRT38bqy2qTicPUzYmiLB0mCBdodMW4r439I87wJ8UwUKzkxXLqRThhY4hUsEWLur+PNxeqfif2ooKt1dect9CvpHlgbdJqFSZY8ToovZWXTxIiaDiiDjaPk2WxhS2IuQw+UK7CAvNuE4c/9SRLczaXy1CLWXZ1n7YDuuD7+1VqSvgNM94NDEZ+nx1zwKzI4zG7R8TLicExJIrz4v3Jv9yxbNiEBk2MR8oSuuqSqQHocGir6y3sTMNnCBjW6adQaCb4DOr+UkFPvZ4idSE8NNPpir4Jjoi374/Zsf3Kk0NIydgY0XuQPqipVRRk51gTfomMJ3a+Iq7bm5GPfAW5IE5DsWVJg7Iq1+Ez7hThdEGpATGgn9Hy1OWuz/dzV6FYcrL7/pQ+0B26G7/MprH8/9XlKhzIfjnFVdTifSXowCzjNp7NhwPL8qpFQRisbD3xP7bG0JsVX9qWwz1CQy7Bj6JU97NfuWq3wPL2/92sGvlT0ArMMgDFgcqBrP586Iqji6oWOSe8FedtWlbmBZyjyUbDQ9yx6orviJmchFfVCX1hLfMmNRQKbGb0RYq2seQp4QuwVzhsGBGu20X27sP5KclaKTq+Lto+AYGcUOMymul4W4vmJgMfmKRt9QKqhr/UqOUKTZNXqSvt5u3R2MsH9S2t8t/3q86CG8zOwzBN2v8UKOnSPZcCd2x62Quv4IM3i9EyFYqC1FvicRpOdNnn+xNKnd2cm36s0tdKeLz3oAs9KhHOtOEzPI6t+NJJznD46gs5Dh8YFtGFUFWuaSY9q35PZSxR88QPc/ums6/IR9KN3DzUe20xVtQoFh6iEyD83WkwOMm14QXzrNu2yYsbF3fWf8WetT1EfnrnWA9LKA9+7D7F30r3YfKycgA/jNIXy/B26mOLgTCoJXGnQmp2XbbBXqBc3vRnO1lqTxpzzijfXMTlDgRsbNUgys4fp099zSLODBpgNVdj+DPuMyFLQLVh4nDwbzhAGMSuxDjUGwpAufV1jsLg3hkm/XlkUAM9xQNjNH0xXFW0qLM70sDlgduhSqzpfVYaN9jx4g55t2ZxC3K1Pf8B602aIk/aQDa0ThpbCwh7A3ib8FEixuzEuJax7nuBYZJPhQaNnTkgjGM4hI6BPzQ5hyKcRx8XrAPXC3LWPATkNKKr7kVWiFcEPo6g1Logq1goez9HLc7444GA6Qo5rb09ucqFfOkChwIV1DT3bdnVitlirKjN8V9T3ZFE3m+AZoyJWXeVKzLy5cB2MduF7dFhUHNV1Ut1Pl3bt7yz+uQti6lk5oas4nfQ3aLKg19YGNRR96Ainnx6LjM6KDilNZnBvKzgMrWJu+GyfmjAwftPgMalBz0rlWdlTDdnETulRdXytuOmQU4/s0uC/YqJi3tNX6Bl2gMsPhptK2pOF3vq3DB4cKynOo49JfPZdkR7yfTo4GtzuTrb15x4GAt5DYGh1KrHUs6Ims+b7/y5ezZo9OojdDq/naDbJHszdgYx0nxXHhJvj9kbwC99/BKgqM4OybS/Th5yMpwg/CatVRjW0Rkw061WTVN0ldQHzjuc3WUdHAAAQAElEQVSc7sT5mBQsckkvI0yiE8aKLms8d58/nMX08/sEFVN9WHTD6CfJN9+pzc6ZN0e3nN6kTKeH/e/2Gb1qSKbeQLWfl4lGR2c07vm4DdmZfD63gy6VRGEclf6qbFupGsRRd/vsFuwWQSqiZe0g6Iz21KkUxGg8o1ktjKWvBDobt+FZ6gtrrJ0CnoEvtEUwWow6zdG6s5AzV1UYaiHOe1BbVSEBtBuZscyN27cbV01iSngX+wU6e9zOCiEv6ECU1hlbfJAZ1jVcWkN3fdKGmO6iXzTyfKa9Z6PQ89zk1d7gvUk2oSVeWvUD2iXXecjZGJOD7EFsqen5+YQH17o+XZ+kP3dkmjbd1RIHTbCYZN/uyXvtNJwWE1IJjnEc3O8+7rw8QMbK3OJtEkUiM9imTzoRqzmK+wyEnadYSzizNYiMNMbB0WKQc2eeJfn225I4eVx5aCbPaAdt0JCO+1dVmFmpOGOAa44q+Pv17AenZhF7aGyIHyHkBLy9svuGGPrx7ByJYxHpdodNQyWQ9nK73hanradER4gmM4gD5BosarunDvEIm8FFbEGDkKmEm46AoH32co5ahgTEbZ3C+aymu6nV03p+rtG8fjtx0MFz4fLdAr1A+UdVWk9ufn+0SxijehYtobNTlaoymnOPx7q5HEsal7bkmPisr5z28ntgkdoaqW7T3JDNIekpJXgurWufzN7s0loP3RrtQetNrhxtU+SvuImV+R1Amx5Ne1733vudxFULYUokXREHXXgoPa2Wiun+SzAyn3QVTpIqLbAIk/vRcS/o7hP6FgDOOJ+R8Ued1p/9+hBzyNxGpQye45uTp8hPpS6d088HLo4h9AYdu6z0ddBNn0VebAPp3X0yuJB7KrFQEvS+Wu6m4jqimpiAteZm4vmehWGaup2O/Clxb//MM4dMmrxePBILc4e0IGDqbC5TkTOWMTnmUH2+laG37Xp8nom8G3mO7HHumkm26TZh4FiO1z+jtYOusuOEvXoK4Q4b58EN3aqzdAr++uzc7R988yL3g8NwpGa6znpPscl9y87PgmCcXrumPc6nuNM63EdD3D/LtoZjpJEZStpjv/axnafuekD4zCvsfBc9v9CBelYSsz8r/7GQTxENmic/9R2hc+oLfHSdx24Gcs+L0BnMmth2HhuFPNMwzFUVuUp/ZsPA5Um1s3wwa5FfxCL4CKzHhNGsPg6tyEP29GaCAL2eqEIs6OsDWyH2YMh0z+fUf/+SWmof0KBfEoJQ7Tln1Mg9yhlQQZ1eg3NUscMCTZhPOmodMRrSnMjTAigCRRzX4GyUULgxHK3joAqzYtxtiVQMnxRfK3N6zJ4r/uysHR2b4+xGa+et9udKvzc1nNv92mVpHztyqna9dXLWep6mqeVy0M30dW/7QtPMVoJoWhiIJoLcPUIOS4d+pvaFuiZ69xtFqIFAaxwG27DO9CTtKdGxl74NjIXxc/DdhUaVSrDBnP4Q7JZk8z7vJujZ543H32r3I2nUPcndz92CVlSyx31Ov/Pdw8jbdCeDO8jvPelhDVum+FJ0+9lVhvG8aozu0Z8BFHKY+G6rdtR307/tr6cugXc2PIvgPHlu0KM/H13YCwIsvBUCIm55ITSVFOi667FyJ42d51tdYb3p01N/wH65x7DqrRTD3NbJsTNlJc3SHO/l9iwX+4pgb0hWFyKdx8vZedPzGPB9NystSffEp33UdG9isr22Ncn5+64Womx+K46pqs5MjF/jRV4f20zbbvSiNi3phBcwsharaXR9ot/PWofzhaFbxeoEUGlhEulcY8X79j7UmjvykawxrOPNSshkV56j9bI+F30SPGOZ9qa1rqC5e0hSzY5hf0j7YEJSXjcO/gPS+PYDPgs4U5lEu2zYvXyn7cCaFrgzDQQR27DeTXlgvfvH5mzXvbS5jUchwX0vwhhX0cwSLFfD88kABcK0lszMu2C7U2d2dU89y3x2+p61730JF7TAjDBjNge9if39YHYdyuyFKnOEbe40xH5vWNT7I+kJPxaHmRbkbjTJ0bXillrbfajaCUzZYCcUiB3SRE/FIHfaOBQf3OXW8UtRdVR+atduKb0B1e9+h2MqU5PwAFWEgfUFkCPoWVtVHbnw4jXoFvs1jL3vLje8bUjlIoG5ca2YRZ5El6NjDr/XxR7ttg5PoT7wD5b5gLMSc5E+bfY6T4K96d+UGhxbNuCp9HPXIEwPS8qFCDPaUGkDIJHbQLJL7bZ5yXZ1brhTdHbOGHoPFtKj8R8pwlidhWXr3mg1ycLUb0O+k3b0HSkOlVqBj2Gmqtf0sB4wqWb1ACQqfBWOs/XkUEAnxuSqKpUZZq8Ap2pnSOiJUZ51EqxNzCM1Et7B+4xtgYtNhP2NwT4uXmDT48a12FMD+u2EO4iqyVs0r1uWPTGmhLnotJTnuntUQYgWnIVC8kwIfFanP1zkZLRyDQj//9qVw4ViJWCG7oD9OLmT5J5o2tNyp0fJ4ToNbw/93n8HVshdoGS4drK8E1q5uk4wkd9fUDygAnTAdIzb1lr83k+i/+OQUnrDm7aT9xNR00hCsqow+86VHm1GTEwfX1ST9oWKHbHURl6r0z48U8Vg15hDQ7cEvXa2wCM32mUqXbEwIYGZPzCa2Ewr5ucHZzGaesXZGhj2qY5KCXossWsYp+PEROhJR0N1d0ZGLTkPK4ZghWMl2XpdmSOZ9yGb+HRzP2bDO6Yrg9B2mCPQLuKVTrD23Jt4ThVpZ2t4V55dvWfQNkxbjO0a/Y3n47yCQEgdK3Mc16VOGOyn1W6fB2nPZtrbkvHvVyUblvKimBJ98us4zbiIq94DCIhjtAKqi/WtAd1f/oJJAUGe9W4+RyizARfnMXMd36zkLoEPGxbI/SgCsY2uUrvvVzkX7Y6heoFcQ72EuzUpsdrrxR5LATDV5F5OPOfd25DzGsjxmAuw9zYE1063Aljnosj9eEGGVLWBdaeDw2EXONN0+9PfsKrXzYY+bHlXM66a3I2KZXXPSKT6S3oRG1m/Cqbhol8hjZNU0piLqA5jzmed6J/BI+BwpJVZqMvDYJ7HAXNmTV/CzhMtkEZmcIg1HmtlUthx9gp9RKTsdY4SBtSlkzd/5B5qdVYV4vV2AD1z6/iwKMV0tX5fHMf+aqv2M5oHlAdKqypVZTrSev4M8udRpeIMgzbRtwOsbqqq0Wc+m0SlYHfyXZQZV9jpQjB8l8J1HjuJnTcWIW45JyBexGvHYwoGVE15k4FDBWXvBkx6QG5bzbkepJmcQYt2t/X5tKDS5qxeHSo92IxJniLIwhvedXOVw1rKueF9GAAvPXAIcRHjt7CJonZAIT4S8v4uXLhO7Q3VGs+k3qB9auypOTXajivKMqP6W4qn3+XWCNhJq7QhZ2PCtRJtdyJ2riixLimmUOKnLdeYesNSpQMKYV1nwINjLnCmvhto+TBXVR6uDnOeqqKPs1IFoh/+MR+nJ8XMqgqCsDZiHAaELhKuUU2vYE2R2F7nhq+Q5ltk5TaOT06ScLw5oxQFCf1iAjBzDfT9GYQYC4Ef9dju0pRVlf664hATOEUYWA6MUyDZbbLaGc53shb+UpweelIJ788APQpyBMzw9Al6LoQr1b5m4Q1c6bCw1OOROXPrDUnHwpxhDsCz7rL2cmszsRUrxTsuTjrStc+zTJJr0wvMLsNr5vRbrVtwc19a0I8YwcIs8107+eK/hsgHTtt5qilyvQN6eqQRDAUZSMWx5txn1VZtTeeLige9VM09DaoKQ3Hk9Ak5wHoU240zwOmNausN6LEoa3CRSwnPjIBGwTSgf39+uwCOpM9KIW7CHzwFyIxfeI2HFF8R9ukiohpYKwhV5DYexjWxayQWPtPT9HHGQcScBjgI/DOz9ZALRLi/af0khtbbM4yO4zMiWIkxJglFuY3Rw81MEDJDyJl4kgaZYf3qDLECTN5O3H+/im+L5X5yH0Pza+kBLshOHp+C3VjTAp3ByB/YseKxjAVFKdsAY3vJjYWks3o9ddqDstKiQ2CnbtaYp94f7I9klRn10LZqnvXCnlSXESvQWL+6X+WKF9nKjumxCCJIOImNqipVlQQwNWEgYb3NdRKtYVm3XMzdx/YT8lu62C+MpvsCV4DjU+WM7YUqfISWYBIYn1r7vtPzj+Jr8fhAGCYF7kw2bmeF8vTA5cPnZoQnv62bKTQUKNKxwUFuw163CK84S2Fvc1G/rvCVubgn6GPfp/UlAdel7zSxF1fuQD/0b6DLGe3b4BDH8kxxrRNVo/H7RZC6m+aeQ+vvenAQ+/Tz5JCE1FsDqyEK59Ot6jUzKlXAwM944QhMMg7pbnsfx2FC2yjUAI61meD7OTHwPJwEirVkkuovLLoqIkDUExWfi4qj0AU8g2RyFrri2JMgRGgh0GSPzunj9FPCqlCPGNNVKhqd6/07nKVjMmXFwMT1u87Ok+7PxDr71zPEu79JTgjBnq5BtRLWUG+6whd+c3z+Wn5i3kmFOkqYCTxXmV4QzITfKEKROxpf0CHb0yY4y3pspVidx1rNkzJP3YLGIMBhpX3vmV23WcLtYewQxmWnAUcbxnOTfjTX7tfk6pWtaMbacx+EY3WyylyoGrvwwpBe2P+LsHdBkGPXdS1B9/yH3FavBSois2r7nlaJIgiClOKTWbb3efcdgF5ar8VAa7B1YTSUBz/sNHadl1XHt78Oro6lswsXeHlCUDiDzvPXP8u9Dc3PTIbEa3xoe4d7l1DiWXPfrHcPubemHbLj8PCs0WB8SYF7BgGc03qbrYfhzPaz1fOXNo5GeLDB1BwWJs5jgnaOnYB41p1o0qqCOHZ74zX3fm2TyMj97sM1kYhfiHumAa/tzidc9QORDhgDkcih6FwcQO+JMViHGNm5liDHtn7XIDkY/iXAIXBaQLrPTfoxrumQP5jUqF/gSmSRrH5tmnHhzkihGizYJKzp8Bp2P0TuA1vOCwR3UuDRXmsOfZMshVdE6JwhBpjSgL3u4i5lPucg/LFvy7t0txaj2Xlie5/VKmQng/N90gOJV1dsgQB76lbHeiBRz5gRJ0C2bKIfmTAm/oQ171gm5VqTZ5zWPfk0Sf96cpMQhU0CiPSEH0EcE8LMTCYJDitK646VBwzn5BuFYIVxSOrVrQ9NJv4kM8OSRCfOl473wOjImVek8Zcb7y80EQmAGlxsIVPrIvtlCjVy1eLDC83b+RGRn8wnfq7pMqSjNRRcqf0smxld0xVyHcrEwOWftQmCCTXzMXrkjpkJicwMlnSZdEDhT6k8HExucKlGYi13iPcZevVn2d8HRGRGu4Lsnsn0Jx2bnw8WamW+l0OV8cm+mCftpxZj5h0Gjz0ksd+bhjw2bulJ4HxPwhAeiAMOfvmNEPcrxkhdGPUQ9QjWk+g8dDhhiWNzrMyH+/Ai7XxS6qTKTNeGHnxAetyQGXwnwPvxw948Sc74fU19codKU5oQLwWkEnWbPRFJoJRJH7dara3J/p7pswAAEABJREFU7USniA+a34cH8dkE6ALQYOzwEPjB7rS+eWL6CJulERNyZzngIJiZIpZ3qvVWNUOeSY7IaYA/1KrBkdsJDdj157X9pK2F6WWMDQ4RxgTsHNwTeykVwzm7r4Ban4fajw1sartuvIQdsW0YB1HM9bJGyCLhBZBkivLk3VsuyvKMJ5jMaJdXSAyZWhizVhrofPBNRe+mvivmH3s+h43pPSiHQAtY89LeGI3vkqnu0USXOPpdBBgFNQI3pskINQ5BCLoMPUXW6km8U11N5jtJzUM951DXs5EQa8A7fao8cXtgMyw34xeK7TTP8NCoO3sZyL9LTPhnUvfT7NE6m2gNUIG53LboryBib4ecfnj4I4diaukqXsQ6YXShIZCaoIrjHqoOSfvimzYoZgM9LhUmht2/6LDCnHSAoky/xGQE5PesBhj9ZyZMgmSSzAwWxvSsrI2hM/5MWDUA/TxDOgiYTRKTvb9aQDth0zRhIlKvPU04j/TzTvesiI3dX5neOO+wgeZx8S26ScLQcIYmeNvjFOLgzGs2TuCukQrj0wqRxRp8G7QGXv/yaY+wH7Ov1G1VrLSKR3/LTVYnf836cvmMT2whb7pa0mpxnTOTvqd4Jkf9VIUxs/HMZIj3TAEPz2vQX0w+vKdDJmLM7YztH4+QqT7o0nFjMHJWRMyV7ec3xjTStRisVpMjVP4xyGlEu85p2V3qYJppgN6gzoSgtvsLzX/b0H9moDAFYj18z0umU34BmQoadWmOejIphsV7PaDOvreXWOWu1QNnWFDOTEaP7f5GBLju2vxkZkrO4JmpTYZ/2EmGiYVxHYhn7BqzNftvup0Nk82kQ9r+BvontggzDLx3l1AVBoKb8R0N6ckkIcyPYfFjJrw3NQI9znlCNVNnHBo1xB+JBgIi5ozEyfATbBLWdIgNlBQfaAPczmMaiEfgu75pYthOiD9X9cTruQue+/6jNVff++n/OJWSW3ESg830lfXzD5sO6sUzk4HAmU7/gZJcSXh2gkfZz55KMLxIU2etPi6SfKFZF8bADf7ntMeXuZ9hz7rKmaES7L7mzakZuE6DBFm8flB+DHTMZAW4yYTR+IC1ZGbSn/qEII5hGYLB5/rBh4E0HxuZxgd0MveH4Jk9/xtwJagm6JJdrjvZ54QC1M/QXMHj01jhlQ7MPUxvFbHZxyq//Za7dwtdvoc9FOjln/z1Mwuuy/a9ZwjDhOYhSAo1YCKooce7TTrsqTX4WlBI1/a83sKTi1UeeunhZiYzU+Lz3h24Exbe3zDMa8A7iUwnBaf3u7fqLBWG+24DSITDd95hLyNzNXXXJs9PMgPW4rm1HrFbhNEe+JwhgaEzjAkBn6OHMlwbKGyCTweweP0ppiH+NO8yRHoZLcRyM6yYcRwkDznNUGsabjynhHZc1vrn2oWogk3eYbGhVlLgvdCX6LLtXA/1Wul8yi/HDT+kds8iosSOueMYobsh7mDeERxwyINSN0n9venbF+1T//iksje0Lgz6sVqA26CaLtAPS0pKg2riaRE6k8738LqN5XvbBRBPvbUaFPODCEK7pIs8dpsN3LYByWklpufpLWhs9QVhkF4B2AM0ZmHCvKn3/bAU85koD/uG4f853Yjdt7WIjHHMSIfRGvO1PzAFeKdYf82i3qDLG5PaqF2JniPKwjElPZ9MMXXMBKL7x3GFQq0JqwwQ6rTv/Y1tUn/3bRsX7XI3Hze1FbZZ8g94NHrz5QVYfpsiDb468b/t/0r/2Rfgpq9LL+42ejhC70VDF4y535McbIZDoHHOTGauKZLUvvD53iMnY/6xBi5748/xBoHxeZTFfvWvkd2MfZsLRfQwxjH3y35VJPOFgvYpAjuHvmws+3xBIOKkJHttoR5N1wQXR/WCKs032PQnWbJhD0boXg+hh3K/GvHQYWbKdgHa/cA37n6i44Lh0VgPInvSvySIjumTpokFtvYeGh7S5mZYORfhZxprpB7y2KDB9B5/YsnDETDgXMMx51NFemA6wefNlHmXmSHzMYLN+YyP0AXzfIaY8DzCw1HkMCftcJCsZj7P2TuhNcGCZnAYrwVg59jXFI3E/qOPVbsnHckxuaWwgi0jvuC6JzUzZY59QTNb57k2EzIiTfwxduPeH11tFcBLhTH3PkGhTWjP59e3KB2Tqd9lMqMZTcKsUez10TkOQmjOaYAZ4zqf980LfssBh4orqNuFBPsVA/U6TRxrzEt4HeI4PP8RYCQLPQ8YxguV8sz6Pfei2DMOYnsSP91gTMDgCN56AdQzPcaQb0yPYjQPtQ2a9TYU+DxrRNbjmJMZLZk4XCdQBJyKhrSnh9fGVRBnSMF8VpG2miBQpuUO++0ZIUxo9tBz7rZ84g0Qsl9XlnKI9RqU8teV47zsLdTMhY3FWljosDTrXhcAjTlQjvhMw5HQXsB5zMPN3GvFzyBgbhE8mEviHUffDV00Ymp3olvASgGrU9WxH81eFuA7bYV505r634a0lTMgZvN47z2O8Fn13i87hppr1M0M8aQDx9yDK/XCcsgHe3zuQElttEx/biJ+HmqtT0jGcVjOJBtP0lpZrpZDe8J03BxOvTYZMmufdY9K4j/Te/iT3Kq0T/K41yc9ct4x8XgzE4FnyB2eWC5NsVyeW+V8bfNJW1DEJRJwZgFlzGhh6JE0fm5biKa2CCjABkueeAC1bpQQ1gw9d43m3l+x+ZlB81h2EPqPPZywsefQngsSH4q3B2JVOPuqAaZt5a+p1Qz1avXG2mHRcGk9wNuD6zyw7ckyYlh9vjE5dblj8EMel5CbJNOf7KUdHLYPXCCv15IZ3sdghEzETADTywwRtqtcg38t84sknmGh9ydDzAXbx3vTrtxov7sfmblH/xfw6orTy6ALcpVaGId/dBNj/oOe5unp3T1QGOpmrIZFaly7+DnHHyTDDt9WzoeJTYvuirMljorbqPkvTM1LPVii5xOE2jCssdOJPSESwhmWfIZlL0PALVX2XpS5gZmWDCiZ0WMHnPQ+7j2ZOLrSiyadxvZVo/fPYibG898e1mm0jnq1ET359isju3sWySGKY8qMIcbs7xd7+TzcblWpTj6MwR4sFO92ZGgyqvHmiofTI2BKcRaSbyBFTBNXlBK1GQpBukdOuBNC/XQvEDNgaNbssFBkThNriEbf/MlMIxi8kxgXEqnPM4hOluPm0CYdBSQIvG98oq8m+InvL5fHpVEP8wcLdrCZyQyWO+ylGZ5kEmyCpM/msO+EVuc0TojUVRAGMdzMeoikOBRh+cNCjhrAzouvgxueEY69krl16TjGosOCnRuPvnp4Zrf0jGAb9B1Tow2khnvqgcgkMWYvrv0I6OM9reYusHYimsxgoKBvv5OUIQ65MK7LG2fiOPojYnv8Mb5W/BaisR85K6d+IAeUmvsXna40DGNqo6L13H/z9sUHfqbZ7CDfeAgnM1gRS8bll8Ex05wAa990/yPP/cvZmLX8n/JC9GDXasDVuFhH7L1vvnhYTea+I2GccEwe2en/DtquBM5knJu3/0DMuMLjoyWRQYVkkhvlGVDKhvtXzSGh6eB2o0MtO8PvZ3C2C9cApZIYxzyiI2ChfvhHcSo7k1lPyj2ND9wMfBzrXUudmMX0YXC35DRPxP6Q5E9NKqA5+Rqz93KCZyHHiopr4nwHFMbMspE7EhizvUyBnXfLtAztaAQtBzdBQPc43tJvQJ4SJxITkxnsqcfPzJsD8BjoCJ9cXuc5y8ESz5MLg3rjx2DunPW4Xgs6Cd1QPwZYvf0v1zzk9DsugY7p4/4CcrrTJQwAMy0k7ESU4Tkk0qw5C/IZA8TK46Px2tjriHkHLoeQCacW1zQ5ICspiKGuMQebxkbJjB6Dyx0TeqM/by4wk7AejMMmek1N3+0wqEsVrD6ncI3W4dHNiOETKgfTrz5nuLhr6h7LM8jdiuBniLGZ9XKPcYk5oR0W++qRBe3M6GQQTG1mfT5FvGdIWksOmHx7Mddq/rE3H4aNcE56T9+VCTAZtuSAfn+oAu5eJiVCXitGTIHP6z0bPLMhMqYaHLPoTTaiOplZDEq7V3Mi2z/3HeiNBLU9H4rmqOI6PavJzYnI61qL5noptcf4GGHUsyqKxyndpSyLvTC5Gvc3WDFl1AufC7c/RRtSJg76MAZ/sNQW5Y7BP9d8wDaY6gzG5UZgDsrcWLEBCp+H4TmTcK6gMNYPgEoOnITPxZCLA1698rlxzEEYz3CtxMhYxbYY/t5D9sAy/5JpTfgMwR1qn7gv0UGUrIqydADeQ0nM5lmL2HeWdsUabTs0B4PMOnOPpeOwzsymwXnQeH5tOK3+MWKLtDgQWoNbCiCtQTBFNS+vZiTQs3edi/ZVoOSxppqjv/4x9zZ5TXpPCrHBVWywK7le1auUqN3/QHQ3aenctflfC+08Ic14pLcbHPEP4UsJPplGXeRO9xHlB2L/vij5MXgMX6qbQocafpLfNzZ3cF7fpxtx5gN8jDoip0wvAz2iTvm+WQu6TvhRg23NgWmqy3Q9eUhjLQ7ADIsYE+3ZVm8Mnac27yDD7KGQ8lsKycFS2xUBzb7a7+WgIJMZ1mMHvBOLllxH4KyOp4v3izPfg3y456FCaLc46Kt77xUxM481R836XWm/5YqWuut4eRd/uflgSzgh9ZK+GeRoOOwxha4AZhHPChjSzmvNcGR9u6VDLRvIakFNa1ZREoOYYV91jZNS/Vst0LREfTgnQlwnUJrqhun9jOp8xiFGdYJPwh7AOHpSz2igkWCK8vgGmf2hdpYIBHNq6ZiEPEuSe6K3CeDugyr/GZA9Op7SvG0o8yCNKZoZchOWGq9odsAtyPDDTSKieNKIsgVJY1+KXnscp9y4IpwZSaP61blqpWJ991CrXPuTtKjcSfOs609TuySVuNxn7J+RRixHL2Y1AZz8HDMDjeE3M7iBw91VtPtOljpZ+ck7eB5yM9PcNMFKvMTU9bk0Z+3a81mmhY8nmeSxQpYZljzDOjEempnq4yBqI3J6KfyPciSRqE90XQo2Hgk1cdCrJ7uefqazS54xBXdt7UmdtUtn3eF2YujN//yPEvD2J+cbYr5FFmrwjfVf9qSkfmBeauPHzH+b/BsTsHvDfX+AcMzdUgB6NMB4vgk/k8wMluySZJLAsSQhYHLh+a9BNcfyNodz9vxD9ST0YgaUd/hCaZJoH75hA1FBWkg4wxJPMZlZSya5NjOZGUIsDFzDhYkxy8xkZhp3EWI+bh+hFs8WBtc1F08G4mv+J7wENY9KZp64Qd4uht0rXhNL5yM+/XpR0/qeYeAmNvAd6+fvZIuvV6vBdqJW/gPPw9yaPL6g0q+FJPNNXexxavSSegsMMCbnmqV7kTBMSGZBKL2Grs9jSh0a99rc9Eua7zEErwmIqS7qYow9fb856O/pFsoo/6Y5Z/J8xv1NZgstjgdYfFwgrwN9TckvU2v4KL6wKemZbe5z9C9qj0TsOfyPej2WyfAAABAASURBVHq1PaT3qQFKZuG2KHQxtG1/PVXD4gZsqlv+RF16/6ki0fcsrOIDB3bV1M50NfyP0bocpfmP7Fev3DYzAsrw7Apgot33AcwUz1NATjzD+hg5IlbEzNHM6dGHzHCN5Ytl8hlokGdt8BOWNXJhwOSHwXsP++sb/NY+qkdMbW8hGuGDZxAwo89kRquiCyFcYZfpmjyeP3Tm0cjNuCbRsVfvZR8IQe4w9wWn4vl6pa6WOtir1M2jTGaSRtkx13V/A+y22Qyr9x4D7aT/Be/eQ8++47OZNHbNahoPa/hj08BNMVkw61zDfc+lh+/RxCNOsjhJcXbMsLuEZ9OX/lyIzzpWoBv8kNKnY/YMxc/yi7PvffhkEE1olUxnHMAYa/bfIB0jibVGhv3XCXjaOopA0IM9kwTTrcdnIH5S9CtE/h4Pwh6Nn83Ip9rJzAAnkx1qe/EWlHQDjJmqCipJa28chjGufOk2kKl+8vMnxOkY1m8jtF5KT9hpfE26xjn13g+/V6qzb0miWYAs4XzM7LCRaPOiBI6pC2PmBvUl4svW0HsfBuVDgUbEdYKGt0te4ZRFkcwMdsKbaZD/jqE+5AcLA98aPMzMwO3caz2BpoanJrx5L3k2kRnRmuKiCTXJ8BPy3juJ02uCpVcc5gZQY4GvBr97AEyjG68Znz9/ojNzBFtm+2snUMVz/iSDLeNXYE6awosuPlTMcOsHArt6RDFFSeexRJ15ZWUfYLIEi1gDZu8djfO713g2+gVpn9nKWSfD6oGf5+DeyHITcTQWYNv7MorhnLZvTYGnmMxoyWSHfu283E/gNWjUP72PtVslUm9qRq5MAp5MPQuTZwEHSOS58EO8rdTRHxdGXRcCpjrkIOYXH+qTiW7i2DW49pV6gF6D42rYrIDlTnPfxoafUERTG7tZS4j9hS4GHq0yniaaIQflY0QhwtGTbHjZ8hkWaauZwWOtB3625P7x2yzkrD0xKadPZgbTh3Gw/86BWnMluPNHxIM0nuxP8B97btsk5YmB3Q0fhvhwMww5EkxRZvAaTIR67kefRfFdbHBhHfHBkLIZTAO8U55e9jNp+OqevCQaZmXdzx61xD/Db841DD1PiTrmtlNLxnnea0MHpkEiRNz/3ZVBwirJqdYFtL3IhPtw0CckwekA10c2MxN/gj+ZOA77HUCvoZ7lX1M5NtRRnscqHVe7eKLEUMs7jE5f0XMkjYNuaofVKeMFndBnhfuudzNIJ8mD+IC1V+8X/OVJpZsRh3Gsx898ngHhzln3rnvD2Zc7cnHbtP9VWcPvjX50OIChGdpXCmWYBpBeSs+aZxAx2QQpZ7o0OzY2bBpQ7wJ+9gF2eqRyN1+STQf7pj74g4Jm8j0+Oc/bzEOVQE3M5OGAqQdUFnET8oF+vBi7U1YzrLevdRi3KbZZPv97oGf+T82Ttx/faDr163c1jnvmHVZ9H0rMIzE/j7IaGD3upkFT64WoNX/g8D6o6hrLQdr7Gky2jhbMxo8n8cbWwzvl9I/RkfeJV4ie5vYv72abAeBJoADzjK4OFF9BrQkXcjoSzIMRUau2AZhJyHrMrR/ONwjcozZK6KxHFnLpsKggM7PGDXLbk4mTiwnVmBN21jYy4w6plAqrW3Lo54dfd7I6HOBGuP4hqAICvVZRKJ0YTrbkpIiV/Q4kyHU3A8lpD0/xiPHus+cps73JcUduIY5412FDEL2YYFanBg3BSsDq7PPlhnFbSB26YMYk2ZqVSUtuDDkkhOI02tW0Z9Fyx5CfYZ0lZhYcQu7Ad4twQfkMdIqod5Y/cAQci3XPUAmL5+79qXDITwWk2GNXU6KQjYPgHMHH5sl9KNAv4T0HCdQTlnQge7zXxsYNXe5lI53MDFQVfewhlPL8McjXuD19PhU3puCRcJbB0rphxSYBcDuPrvchaLxvuyvUnGpWEAjsX5ODPTVBvGfMju7ThUxqcUBRJsLO8nCe/61HwJFyqmBBpWTqRyLAeLDuD+V7JbYmTRqpWKMlW8Ap0NqdnNiLD5i6oxDcSd+DQUe6RqIUC91ivgb/xBUTf09rd4eE0mwchhGO6VFwKdPlFKvt9XHOo6D2oKkmigLHbNoFvU4bl+/YZwyn3HO//SXsQ87z1t24f9hso+x2Yi2Mbw9uG+iANZ3+MY+r5jXO4zmMQ7L3lKIDzgHYC/MSqrkYp7z2OS9XY4kWFnqwxjotxJFw0WNShukCEcZ1KZevcZbhMEeW4npidiY3gVozj/USBsB8cj2QXI2FWZ0azGlfTWyd18g2lCKW1DYh6p65qd5PMTaQM6yT4JIAwqD59gN3ShSwTGYwkFNdRoTpHyPkw8XRqOVkhtURnoIy/3tpLxb3e4zamQkzQ7X3xmtqAOF/LOCLLE8cB3z1LsbYF+SYB4ZZXZdYPyNOxGvGWvLsYeVBp4+DtPhjnI6bxCQri2MuOm3LTUr7PfeJPzHmGfR74AF7fXTkzK1qxVHAZ4VjZGbSn5GsUrBGjmR+WHbMJbfXLHlXo8dKEfQsBOprLByBLgcj4cm4aKboPe/NLEfw64QfnsL3u/9kb08cBOTakHMMu7kv7L0hUy8Haj+9QK7/a61bL99bAjBXcwvEnmtmMjMwJ67xook6T1cWMvYDRVX1+RrmCdHMTGYmYfba7AE2jsNcAxMlknLZwf4zFhDSj5VrPXtvbjwzlGAkXQfv6+R3ELDaXid6c8hfLicXA5jVZTKDJXEF+vfOq4MbjF59HjQgRHdqYWyc6knDf3C+xzGYzbt6rfg/bCg7pp+4+0kMTGphIGXNG4t+KnKHm2HMXiPe85+n8iDTbvz0hWWSYP99fiebO/A8ig0yRM3fODKQ58ZAxdAiLVES8scQn46B0gjYMwFjnpUG3s7CmeUPuZlJ8OZjs7PRgI+86ZCl38GXmqODNInZ45DUwDDkjCczmBBLpvwfXODDmEwCnsHnmlhov/wem+j7SX7GeFKXueLHE5LYiJVrSjXgPGPx00/Wz3JfQPqn+tO1mH69iLByT9IMPdo7DHHKhnEwb/r2J2r9pC5lVcQ9fQdmPy2ZGTYIAy8GUY2OmPU533n3pcNRYT7UZ+ultLBXteY18nK3t9EhdlpY+oAEjxzRQXDwDyX2+lB2hvwTez2NOa9/7lNwyD84HXbCmBsKNNUwCzNzQbyOQ0K7GqHXjp9Bhw9eCmFgahyDcDKDGQyhk/e5ziUT0pliFgOc8tz75/m1uI9G3tjrNbSEU9KDVYL8MzeczMxSS2T6c69nkk1TDzhY98od5IuoXbjf2NXAWSyvndADq57l/IXFbDkzvEbDppiao2BtiEmzBpvV4MIYmNR850iBLVWfMwlxJPT5jOYJz+WprszndOQBvYe2IN4kAYXN85z65xkCa5VUQz9jaEKut2dIWU8HmR2rapq2ck+N+DX2C9XBMymnzr2LktzamAw70HD7oAOcKPAcyWQxpfEd0S8rn0DycZmM/0B7wuBZzuCZeu5JMvywGucz2OEGwyGAOnqcqk/q4iDRQE9MH2Y0Iqa8BuRaJvtDtJNWPfeEzMeky1OzCRiazii8RuIY4z3v4K2pj8ceVoxSABOMZmbCJEZD7t4GYvk1goTbVZ/Bef8RiwndDzKxkebGYSA5xyx6uBMxhuZgIU4HTYrxZ4qWnqS6fA240ANLjXNHgz8AZt9tvOkZeG2DpDipJxUGW76hLTwt9HLomRcHT5Y6a46JEGDfJ5rGnGnWCClM9P33n+wgLbUB9+cC3J6CL41o+1lk36PRU5+k24cuyIuPWEMDcYiP+TCgWfsZeLknj9ZciHPxZKAwY5zhgXF+/HPVsuyJ29yusQjbcriCgTlY7pg8wQk9XPCgu5IP5DneCrh55GDnsBzMyf3BGcluWdFlN28DL1VdDBRiZs8T3zLjE8aNQZ2GWnMuNPS9S+uHs9KNM7NmZkpf10ubGfh8Bt97GcLahDTB1+wexPRkfad0MmlTAiZXQuiEVn5oJh90TxyHe8KFvKGa5sNzbQCrJwblcaeA5nHgrT+JrucIYxvxvnkHjDGm9+gcaqJBvF5Mk51tUwWxGc14QxEM7ixBcOcT40lf8rqXeEETSHvP9CXu8n7l3bjuZ2mpXsJ03fhp9M3lzZO9pwblxxgi7iLz14FU3huJZsYFbVXgt7fcx7ZqY581j3WDrmQtLQYwveuwPLSSn4XzuqVEZYBxz5JjGcyvae77DtLjR2Pzbob3fRDasvZL2yvnApDuJgXsayS+MBYb65O7/ut43Ak2bF/8nkuQFdNjqNZwvcu7zOYlkXZChbjVYi2OMi17KSJaB/k1Msw4kDNv/0vgvDd8m8A3C8N8IddB6JTyl8vTzj8ENeuGkprC2o+AU5Vkj/RoJZRgzC8yUbAf4sp3YfPeyzgmMyNom4IQ+0w3YCVmfeejbx9akgamZS75GuSeSM2PtmrnvnTqNLmnoH5gBmQ1jtmzv42WN/RYKjVkncUsqrSSLgbwNGcCmNLZiDUdykKk14DpqJ7la1Oiew9F3BcjizR1FA+WYrrovXw+K0Q/pzUPMwANF73mBRMczJ2kul1BYMnY1/ixozI73Jt4JQrI0dN3pYJSXQivx43/SoGHTOzhpnotKTWjYL5wdsDv52OyySTAWoLjQElmIAvxwZiwTAAz5Gcmk9Te5UcNWTTpAFek5zrLuVjQt8ngtfnSenlNjOvqRcsTs0dTki/4Dugvr1mEp0pBKA0hGIYHYUzAJGb9PmlDly0QYQSfosp5hHjr2RfFM2n/wH94+lzWyo2mX2O73KTnB3bLuaAB2CuRA14H+syH6/v12QTBk3k8lFNNXxYDcsX6/tMz5LBjRWDnsGhcPsjMg/ye7dGbZmHGc9tzhVRIUqEzpyc/GXLOycwkTFR5hzdcTnvJC+htevU8jze++S9Htkd87/d9YJTsr7tf/U1LeaSvNkArcJ3fuMS7WPsGu/Mn/EJ20Cop2Kv5kizxs+Gb9vr32ihWo5m99glFj90kN3swKoOLwzg3mPmOYEerOg7CeztB0ujlX5PzwvaQsa0S1IlBDRFzLxK2mAjf68LnGeItRvCQP70SLfR+pHotz+AQh3dP83gP/dM/FXj0zB97nt3kq2TYkXAStbg8Q+y12EC/NhkFijmLsMTtK62ZUqeZevyDW+dhJAws0nthiGembV0uSrH8l8mFON9jDFy0ZPwZfqG6lxbHJK2bTBjFeuz3VHDr6ohnWNDNTJigZBJssDAGC//eMvW9LIrVatkl48+spKuY3HXx16rfbI1p4ufb52FMad9j5MJae/xazC/FARbsykMaqobIffRjPBDPpIQ7B5trkxktHiMEmaTG8dYDkDTvOyPQa/k9KPYfRkqzVz2L8KM3WlL06qHYynXNZDdOZmic4BNvkq+aWlkuGy47JLhASyUMa7de7tlPjbZNzWTh+Qsw8xhxdkz4odcM3o21TXlbaq2a3P8zXCQ5rB3Ku0DRhnXoNGHVAAAQAElEQVT2/3wJyLkpCps0ArMPl2M60n9YhgsnE1IBphhgvLZMCNiazF9+t9gvDHLM5HaBPmDvqS4Mn5O/v1t7IDopol8U6XvdcM3js+Pc/HuPT49I0q448jMTJsGsNRi4qZgVTyEn78pBmKt1Ra9mhpVzsMLuVHcigznVPDF+c7RXTj7m9TfeegPshNtiEnOiPRH8SQdxvdwC1ipejzozXQNIB2Epg8PyBpMhjNdUQABm3QOj83wblOW5Pr6NNkBno7ZwuWYrVdoV0ook36XtCwyFzdNjwDOTPF5sWEF2UOibZNAnTBz0cfjlRs0MRdSwcj8B1aDGEwVUs0ST03/MSlicrWJ/gH+XpjAd5KTFR9C4i1SQ1wzYNg1Il8+CmcnMkPvDOf8kAecZ4M6BHUgNDfcOIrUklrd/fg/1cod7rn9iQh+MhbkckrwYjhk0M4IhM6S5697fIGamudAMcxpr/UUwGf4Dy8yQOSsVNhZAO4kn++Mzkap5QaeoWbfciO3KDyHGBOwsNokVs9A/WhYLydLEErgvpyS71KnjFoBFaLme0GBmcAOPeTDiE/E14jgaTmYwY83r0lN36pNJas8a9HE8CR55HvzmIB6stgLAHjgbohHo8JWLOcPwy0FYYQGLB3rq0TvzjKdYTTn0+hvvd7cBvM5cjVjvnm9DBMT7RXLzamrGWoN3oQL8i/dM2NB3yK4G8I950OS1E4dHGLiZrlJrxAvuqrAlU+JQc67Gj4PsaeZ74bOCLrX8GKecVdjZ1FzOrXg19v1kj9n0u0JFW4LibwFh+S9u4k/ZXSg+cAb1xOJLJU+cSa7NgDsnM7N0GAcLsU47X9i4ueW6PvkGFbAQMCslsmWNxXtxmlDAh8C9GyNknms4phHOibzfJTQo60OCX0ySGfrotGrjLV+0xzQDeafRU99jyNNfZ+XrFd4HaNqa/Wysylg0UyFlePAfzpPdWMTvAt4fxEw+JpzLZptpDVVEroRMkfZDlj83YxcgFa5rqrWNnvVResZc/alHywzjHhN0CfNcQzTZx4OfeQq8JmpuPiHG9HVdyMdhxYONH1vOrBZr7HftGIeBjFkwM2Vxe1mwXyAhceIYl//TqnF5TCXYe86dBkkEv1NU5nvx5p18NhqwVs1JH/wkZQ+ryEa+w8vDHI2FnX253otpnHccNjvIgl9r8OZfoOhH6uvBVMTO9ihmAZ/nbIbHBXsn+hdfoOahwcyb0JGQ0Ai9JqH2XJuYj0E+RgaSo8AtprQTGk9PVjKsy3Bz4x/geN5wzEsnXC/kwfNpY7KL9yQ7SG2bhif8DeqiQ8sD1sI52FNIgddgOw02MxN/VoWISQG1s9YL4Rzw7E4KTEWwqYUxluNx1eHJpbXQ9WgeTl8jFwpqYOApP6xrsOBgQ9ODMekHyjMO2WDemlruONeTe9DH04/5bP3wvT8NKDZfnHYYV+iNdpXjFua17BjcT5vM5cL5h2iM7aeBUw/7eu51sclsBbVh9FmYew2tPDdgqc8KzbQvHDPtNJmZOA49S8cYI2YlGt6jUfIxhLOZdw36R9BzBRFZuXO9WPP74k2fI1WzZzwPAp/ByV6PyeYWuGKDPVOMHWO8jg1sLeV5aHmvY+i6FlB+j17HLGtxNcaYOW2zrJ4PHo17BR/Ov4yrzEAN4GrJq7X1yWQGSzLJGsDvgQZhEHMpAN/5Uy9FxHdBw7ssewPcJ55xbys074YmRvZ7ssV4jVoPYR/qcaTKbCUR8/2PDGCv62m3z4+IvVlvnQh7hPUUQnmNM2zCtNaC41JDIE/+ADVcJ3Sgo/fIxXPy4x6q7F6C8B6k47BaUy/GYiNNXLvBW4/6ocgTZWYJMRS3R6QRmbqQ6E4JbUMlmsy7jSn7mhBjJzyHehZmU12e4PGS2K/6UB+Ge3iPtUvhDpmdM9TC+EzKssjcbG4qp7pwvV8GNJ/mrBrgJMx0+O7REOzqWYCd4tpHDJpa7KehtEMsFluAdw7LlfRMSjToz0SkRv6fRj6aFecBbdctpTTTNSWYvRp/L27UZgjqP0nvvUd/bDOTmTVA91uedTQWJoj57Kh/7NKG9CGKfT6WhHrP/1ruoGbPwt0FMKNG/Sp49+xJfeNiA437Y0xCNzNh1mLfIU8OGHu2NwEf04w/iGdAmjpyuOgeM/6nPQL9PwWS48JOycz8sAxngwsH67myQ6qIvvLB11yo2S9f7hWxeSk6QZ9+v/i9eNrAZbMklUi8ZgdJFWvDkab5Awrn0oUD9X6dxKyWO0jlJT0MmtxhmAqCo4oJKi6MYzI4Dfdj+p5K2LLfqdswoedHP4STHVzRhTqi0jODRjgsk/0Bpp1Des0Q2rgp8DvNvfsnvJF5xnO25aZ0V/WYWHuuR6zRJDMgbDLUrc1Mn6NneGvYf65CXuwzhYZNq9Oxp/C5qmveRTPfQhbmQ1ncazCPkXr3D0ljXHY0KnzrG7FIcPZgk4FYIyR6nwb8r1kZS4XrWUNR4iIfhv1xzuYLQNxj74XXK6Uf635YGnWlj+8zTmltwh2jj9yoFGAHfMh5Vwd/iKdGwPx7qCN22ogwHnfGCgT9xwZ9ysdBTvca8RBoCXV87vrcaXbA9tUOcRgHjbvWTteyi+hCP4id1lefLOGKBsdOrE5iZmXtR4DvPTV9E9uWqoJZFt0pQsgBDy7GYgPseAa8L1Wx+TAGYx5zcF6z+IBTO9lxhd4E+JeVxg6cc7Ws7OfbNsNZGyICz6yPHv73nCEfjLn38lTi2pT7G7zsBocaS6px0dDu7tvpWVva5ZTyPQznLRVPDU8/Y++HUL+9yDHT/iq0zYh+2vF2fyhvLNE6c8eIR+yewHgFYARmZD5mzui/GS/C872XoOzrfFY+1+hJP7+b6EWiefYeDMZq7gJdCYbIVvYPec3vKXmxlD31FqnNHVOSAFLMVjQlpm88LCb8vknfmnPr3Zu7kmMpy+BjrZjA83ATUU/YKmO+dpE6Y7zuI+DkSOxdnmVIzgzozkIKmTHHvjMjSljjGBa4p4/eM+fJ5152exA4iy1EzfP2/CkXqk5o19uiD7ITewDwn/mJzT98WYgZrq8kgc1JzLCUu/3cm5vOZcV9zCqZAVmmQ8Okg/04bxx488JrQ4MB+98Ab3eir9nkV9z6LpAk3RNHwBRodMJV1YWAk7z3q5zLnodLie/DZJKnH4f3eaiKg9gWwjW03gB45lKsi8nRR/zWk3vmw89M+kOf+ieeBMhyq3U1FmYcCGYUcq3EXEmPt+nJlDNnBi/xGLnOxi7kqbb2sbYmNTNhZijQH5ZDZBzwa9TbZQ3xSapJXh+HpMZN8M3QtoYCuNBzZuIPy4+U5d1GgNx8nx3xaC74V/MVK1dvur6F3hszK/QdMOcx1HGM3R9yZjUHrJlv9eEKjtF/zZKDPpjVxtklO+zAFofo2rFfVMPVi91DD6cOvtFpAOkEc037zjaLSl48F7OXFNHubHCIBqCvQ3QA4bsEFXswA5keHeTsvRJs8t5y9HAnnjesa41RwJY7sVvA7GsQYs5OxJ7g9x6c1XRjs2l8yAMM0lQYcuwB+pqn+OA8mfv/kNDS32u4SyPcikTysutK5F/D/vKtZmESfvTmvznxcYNKDlqu2Xg3umuTX7kn9krQb1mB0D3SHun4cEjK3PomIHq/8N/T3BN/4y/uofkPRA+rh/YEuJ5eL60Vu9wDXGfqt72pF3wUdngi8b7oy7j1RTiyTADzdyMTGiknaSNtzw1imnoMyYUfJKFM6z0X1NB8DqMszdvcfBh6Dbi5C+SeWr1mXQ2NMe1BTMW4O0tLaZf77fpBQfhKBFoT32rJcDTEz96FZz+cYRxeKs7DZ/bqkqeN0nTxRUVoj8bpEGoG9V2I6MfaadUC0JOXIGRn0cfMu7nmxsbNviA9eLayLcCDdvD9Q4GeuI5lT94s0Z3tD34a4D9HVrumbOw1aO8cYs1bEXBPMumgTUp1uWRxGE8MdPKh/ewpgVVyMlMQQNvne9zcwZ/yu77Xbqn2n+aKrzYKjLMImpnP6NfrXqLkR27EmVC3P4n6pZ+Voz3wp7+Jmem+z/8qkoZXR193nQRJcIDNmolkYM+wTjaDc36fw5Qv9BaZRWpAov8LMCh7EYIScXY81EauMhh7Jvh7vlhDyCyMw0Bf20DZho2Bg37C8mXpgMUfUosIEmGNZScUIDu8zLybwDVFjwP+xyz96ofS+ai+4YMf/6iI2+OJ7/2ALtNcAxZmSf23xaCZH4usR/NWt4/ZB5i8eMaA5HX/R7v/0CMztw7PTL9PvIkGWhj4uxXBMyELhy6TPGfIjsl+ZjZyHRfYuvXfTR9831vDx7bi9zrbA1odjne6K8tcw6F6TuJ3X0WmSc0IyK6D+Z6Sxr+93JoZzUdepkHStulOXaU1Gc+qkdi5icWsW3sVzblwRnKJmC6k722K+mUn/qTEIMoazul3iyZ+vxvtU4KFkmT6k18D2TKz7l2Jx5eTqrCvUK32ajwoBGklCTVh6DTg/57UMn9qvgtJMr8uyaeMSVr1ePFv82wP9y/db+5b/9TpPY8G/pRAGHhTetHE5J+5kasmq9fArcM7xXpesi9YBqrequa6QEEItW4NFUGJ/Bo/SaN9VjT5rjHxXXnTD3V6nU+E3yYA5q3Vab7NPCESO8XLb2y+7W8Pc5v5XmEr+uYuJtV7Q76QhdkkVD8Xw7VNmZ/LzMPimUGXL65UPuM5a5pgF7XXqSot0AhMX7glBudcfIzSAK1eF4b+h9HoDwIcKwJKxV73WSbrqDoLR0/I3HsgkNPC4Bysn1lekdTjWyqR7Z87Kl7sQQjN+3cZz2TC5/xVHfO5YwwmsRQXbZf8KGkvepsfBDOsGjJcNGAy2YE2b5B3SL9a2RIAvPcJFMtejf0eU5M7wEV683jrhZo9mr9AbvPDf4Yxyuf6NnEv8dwK8ycNzPuMCCtimRlSkw6xsHkAcZsbK4DSxQq4PwkoDN9ilZBofE6nGQKyAbttGJsDPLOSLjD6g9dwzOcIHNUI2zn01FLBcpk4IwXM8JM7Ph0XDfzMrGIInHrMd+4vB54h2I3NFvVrCropqmcmzGSSNa5QHO7H9cB3fijuGXuEonlsNnIjIA06DRM0a7s2L8cz9YrYNQ7P/uYktApkJzPsC3cySbGVZzcKXBiE6YWCL5WbM9U/44US6h9MuPPq102UfCdmpuEMHustgGlfPBSNT+s8GUHWkww1Ou2YAdwG10lgTPKszAvu9Xw6PIg8kIk26f67FL9/vYmKuWtSQOnJX873//Lnh4Nf+ksFJ48wDM8gHM6O77MCew/FTRN7LTMCa7B3nm6rXqp6FwPMuhWcqGHNZxhhTDpDA6xtAIbpJO4/YNoMm5EIbVcDxTUlEHmHEuyJv644sT6fMZk4t0kY9LWpJFD+iJEV4+2H8MfktSfed1ldfFAwTi+rnMFj9EkTY3ee15P48jblLLcrD+krR9Wh/nxTX3i6p3RkUAAAEABJREFUP7293iHxF3vFgKPBdQ7dAFCsOx+sTsY+VY0RhmcCdj56I2uIT/USWLkDcOKNhdUQRytxl3uX1WnVeQuW/63ectieqQtiYuZt2HtsKy9Fy+1Zxy+PU+Dd1vIZB+izaFsWZqXS4PZScxJ5Y+VxyOv/l72aoXxQargf85CT+OSOoSb1BktIiXKr8o7/Zg4Hbrk3p2C2qjghzZJkuKVc2PsEbj7vQIB4Zv03vc9nGbKAXQGxbxxSx0WDuA70c9pfxrxnwDjWtgGbek0NgWe29XOJK4MteEQETOR3yj/vwtn+zSzvnoHdjBz3543zcxxCjfwqicHeF+mX45AzN9J5YEWaGDvUHcvx6xSKOOsmCF5w8XnUxB99yk52S+ozSfgw4AfUecHMBcfr1PhSAavp38V7Q6aVXIb0T5ufIXc/29LE2glnsA+h+RDnHWabKLO1hbuQWsBK0voD5JZ590TYilybg9Hj3nm+D29SI9vfQ7eTv8/WSNypTNuQHbyODfJcBmx+jj1lf9+SODSogZ2Eu6OFmuQPexTbx9SnF5xpyJa6aMRLb+DThvo9V/KDXX32YgZ3DenEF4Klk405NvR+6cK9F6WQ+Jneo3k6TcJzSwJ4LTRuJ8BnHh6SJvOqabb16s3o10hJtGsP1cjFvJ5tyBrROloa32s5eJNJfBGEa66xmCXktFOfO3ils2ecjz9ZzIEnDGLW24eAA/dBmsSQZQYQchjpajkVESuEmZm5unZDA0suc+MXHN5f6h769afIM5vtGbj2955tuprvRS0HYb9O5Aq1q+JcIlt5BO/heyQTmOo1u4kgmd+6Q/GBe+aLAR8dwXMY9PdElNjXaD03AG6n19uSDb8hHSb3+FwX9VxEd9Dzonh7bxl1kxWrQBuN/aoVY08zc8hIgZgC+nnPiRCSVPu0lJTKcHQAeiYsmNU5Lje0DztzJgmsyRUItdArd1SPjI2ZAqrdAPjzeU1m5lbpEdxIdCJ3iW9nr+8YfGrswymBO+nNbYAxG7rp0bQebHuMSS4dp0iGUEcPENfBbB2R3IMJO+UALbk9DrGWxqwkrywOW5j/2AoG/aMbhV6B4uLPYp2Rmr53Bo+R5EobzagofBfS8d68RCVPBVn2a1Sea0cI2xo94ZIAJeUEvsTU5kNwNYiczeeNn2O9Z6eGmWfYRvH6yczHHg0k0KpTiCSZ3AGQwH04U8dljyja8F6P4lQ+w8kIvU81KvwDivfFM70GH8ZQRQlrapdOx7NHg88ywJkJs5aB6AJg8gGN4e6fBCEzpgjisPWBOQRPbvMQX3MGlhm8zpQ1NRamVGKyxvJqwWFcB+q0RkpLC/M1YKkv/QrhSiD7gkTcriW6WieJDRc/1JQaiS6CzEwG9DwLmuxzlCfBJOucQCWT1HIHMe1v4CE/0O8x+w10a28h4e5REFgAfURr+TmedNnhkU5RF3LhAN2jxLN8NF5b1D0p/LBrri3ODnTqcXtGNOZr7BPi1ypKx7CuQdrgxge9POE7bdPPAIc6Zacqy2pE8sUCYudK0U4yM/n+gcnM6OoLDV+bTBjth/81ZybMNXJErE7RCNb+U0+O2SQ5Ye0bZ/jJa1z2/f3NLUbndcp9WyvIxaFAXH94/rm9wH3wA3EtjBPyX3FCDXf8PPstsB2qbksmDjKh+Nq8MIxuBSM7wzq5f0Uj2TmsjwGdbmJTHvpQezfLzOyW5tRpYE5ZnmzPLP1Ps16jhmbVGv44o7l3/8SeYUh7juFMfRBkZsg28QgCG87ykCEG28/ipHvma9ABrmtZUaX2lqE8Yvad+AMphxusZ6H/zDTrygFCkLCMWg3sjINeMRhWc/g46KF7jZz/y8Xd47Ls9cbki0k9LYB21mVmMqAtQbwA5nvKE+OQcy9CDVUEA9qI34k333uTn2Oe64EerGdC/2rF8q9JVJmwj8cC5DLZ8TOy4uln5rin5HGBoY91M0Mfzut68TJD+sAe/J0XqvYdnhnyPD14Zgz6F1z4ZxtvUDH793dFgswO1IFaFzD51BpEXhvCGVcAetfHzo2bPbKzzIBbI7A38c1nFXGrVHOZN58Oz1zK6AbrDmVcPQGT7OkGXltjwmhkEvfXwtBrQAXVGBdAek+MNTl9aRb3wzmh3Uuo+b5DCROv5w16rDgm9N4LJhwSOLfAkYrPKIyeH4/ivpKilUMDNlZ/3n6ezWbm3Ael4ZGnxGutya8mnjNfeCygFom010d5ZtBo8gFjM3oIPcYksB7HvFnQnTZif91RrACbYbGfMqAdDvEN3+vfU3EtJOxhoqVoG8M/8xSMGdBGAEqOtww/IRn/fneO//GIOJiNcLEx2PwMOx+NWs4fBqmoOfCpnvsrzo5ziEnoRYSbYKWTFAb6Shz0+ZfRf/sAkiriXgcMxfG4HoLNpGdOMvy4ajPT/cSI8z1mzH0zD4YX0tr9tdYK4II9UFk4ExRw1+CYxEzADP0oQGaK88BDsS5uAoKZe/bCOEQYfSyuY+EO5vt6n1iNVd824Yea5Wb3VAjHsaDhOCMzM5OBcZLWob9M3WQGIzNa8WTEWOctPDSvNWuGBFMU6up/L817NZuYfP/IzZ6H3oDN0gvWK/phqh+zo5on1lOm49E+mW5u2/LLHvYINlFfS/gsEWdSsc+vmLAenll4UGjErWUZEmsBkcw/hrTW1LCuuRJQB7KXrtFkZsLS6znhirlHfmv0qy07YDkQOkPyuqANtQeL47BoOKdQC2VMKfbASdboejCTxnrEbccenuGHqaG888UvKB36hR55hmmtvSHFGrCHEbOXn4ncOsJ0kDv2wxvrGht4cyTEWM989xBrexaS+RLePf5LPRqbTFpvKcYdYvVO8AgsZG8/H5AQg7u1njWq4Zg9Kxxy2EdGwh6EvX4z56mXNJ/s/vSink12ViZXEMdpHoQX1wi3CzoBtv1IML0SqGiH9RxIAl2IQ69uGAYkMz4fdoZmtUDbNCvFrOpOFqPq5X3uE4J3kvWmEB/N5TmgWA4bexl7Hj1c8McYbP6oqUEcjoeBLuBKb2z7XsM0m0B4tvPkE6nseETUs+G5+9F00z/WR5v8RmxBiT2Cx5iH/bSgdv88A771eKlbJcTIMAGchvVqQO+U4s/PV1X6G5cIe+bHoEoVjsasBgj6bAiBO/fE4Csgx6TdYNCd03UXsbZRV0Otwf9aEN0bPgOuVD8xPCzunSGh4ZwzBs3szTY0oX1jC+VeuzWNxRjTEk1a3/YCiR82dMSoKT2uLBZcmxk08nu093YuxWrx2hBpuFhEabQwPnUolMtdg1kd4GAzQ8wHjTwP13XNOqy98EtyLvB+QGapWz9jrEEXIwQGiglyHcKTrYc6mgve2c0Ag93Zdwys6nnZPff+A3DodcW4iT9weFdtEqLBwhgs2f3BzGAeV3MP4zCK8VxxYjIOxDrsRa8QprgLiut1mC1QwId2ILhwIc81uQ9h9CwJki71itPRsOh7If8mpqWn67dG7HMewGx2CtmSU3Dv+fsCGA6cg2dWcpeeT7zVNxuiki35/rK6LbJNce/80lP90gL2PpfjVO0pzZ/Icuk4Zj490oPBXi4IpT71J88ZrNIgYk81AObLghNafCxU04Kj9ZdVwObdg9TOW34daUWbsk4ko4lrjxh1auyTn6P6LoiZhUi81BkIcG5tHFIYM0+6NQT1ah5TVGxGa3AXk49d6jqVb8YgRHrcSgQTtgzrUtwE8RihZYqwMnimBTifS+9EU4fw3BDfm49nKq19YwnqStUXtSqcJox95oCvifRml/ST0k1v5XbZ3KmSCmaZ4zqwE5bMrAcQf/BkiBPdLcmOkcqWzVL35TohFh9oDfc5G8HXPNsAhhrrQM4BD+C44D/XZUPs5QH3f2moTH2Ne4AqYlqZSj37zUxmsKylY1i168iH/MHCONg7bzAzZOfSA07NPa9kj50n0u+TnASta/4zVgUtQAXK42xVOjue3zUb3fVHW9RfMUfOY7zet2AdStp/i+G/N3hSeoyJ4DONNV7+d48ZGe2j86bsXfjirkQ3mTjtozYO+2hibzCCwZzpMtnx+I28pqa5sjKkbfNYOXPwnsnfBdrLm9uAFRFre9qUJoshf8zVuQ66+ZHjin4Qt4McZjQD2Pmr8glVPRjvg3ys5938/NpbdpDPy08jlq85mZn0I5UdhAtYB+MP49nPc/CT/8f1W5QdfUxAa5r2XeKcjS+P6/TPRgUuHFS99l6OteSs5Q6W3l9skE7zTbpoycz0FZqZfMY3hmWvRI4rAg94hhWLlkmwQvJ5BtdReDld3x9JA8qY3f//ofgPHK6xPC1VeinrJZ+ey7wrpS/2wtsHMDYhOWZdMFsM/BoJ8zwIawIfxmDvJJ9NlvIanvvaz4F59mpSzwbWz7gm058wRLh30gktE6ZNqMZPqFgLYzibRNuZK0iu2/sDH4eeFrEmAKbO1GMDZy1Ps1T3t05hvfRkf4IPY7BnDtxaQJbZowyA9tCDdaIQT3bPPe6TMfI/RBj/QTBJn//2cMWY6fWQCwORVAJgchdBAFZxGByD9fe0CjPZfhO2xPRrvys2pkagOOxgqBEzyQx2p9BcQwOAIveDZ9IBruth70OgBbxPZKN8xiV07L6VBhl+PrKi6bqL+1a9oavUR3Jav7uaxUgenLP/rxN4Wawx/tkKoSRuhsVOdVu9KwLvNW6nAtB1IKt01+bGXKV1A431M1ZIwCFMvf3hoXIL4/tUfAXzHchxPRlknHlm0v8vW2gAzM+h6GEsfHDa0XXmT/78mcwM4doMPsnws/PgJjvWu3qM+E6Q9bvkuUb9Qfwx7kU2EpGyAmPvYHc/r9u89TPsQIn3SWjOukNV7Rhhf/5kOD8zM5OBwrF+5sDOE1pHMOUMbuJH0b5NB000c5MIT683v8bZWI0ijZqGzVwEF3IzE+ZzSVLYZAeemdrt2wR35hDvTL9gvKfooIgB2SGyv/fx0YnpYMW2LoKheGbKPQfy6jVSaWLyc/RmS6HYSTBINSBc29MXEsJ5YijKJGItYPcVF0q8wck7Nkn4gm7BFcDdSZ1ZXGrer5vS2U0Tf+5Lo10szvCTWJ87xP67TGaJmUljTzByJzrvWQHUzIQJYk4+OF/BPd8JAzEZsqxgmFznR8udvE0YV/wXy990PzN8ENVSGX0EbeBCd2aaMDapif9rSjUzxxqkMy4wuGDmPQGHyXsfOMf3n+2QRdsFJdfqOwiikR3WnYrAd749yqOrNwnWYVJGzxnCJnJxmND/01C9GyIkfGREF4pu4rpNyC/aa9j1ZX9o1Zn5mOnpOeVA3lNlcBFrgS+3y9SdzAwW7MQxMyFIB7DexfcAz61mZZKzwlgPEyhdve/PEz/5vSpWCJ8tDj2rQvpb6C18jyCPIibioOsj2JCVela6dtVvmbwmg9kfheedmbcjGVhXtTz1dXAC3XoyBOp0nGPA9DHK/Klr05Vv7GYitLrXvjUvCfVGzfEAABAASURBVJCnRpc2s/Dac374zeeOmy8JHgyN63NmhaUF5NZxDXyuit/FJlv13ObW2UwNXkVujxkI8SMWY5cFodwCbtbtGyD7PjQhczLzbSEOA9Xg0PudWpjJzEheL8aYdm7iWeCU1h6Olidc+3kI/Qb+//Fq9PYZhGsBYVzoxs+ajrmrbbSKL5cGKEzwcPMMej1w0AzBv22anebnYj2Ec1LOtfbsUe+msGi8qPOl3HQT6ShRhApl4wOBgfv+ASHI2037qvchmazxsNGeKtUZH8CjB6szpLFf3peR3Spy7xd22auo61JW8czg1pZ0/cQc/56OOiYHQSAY/LQWcOlDvOe17hY23d+WA8TYErATdfxCU9uaJ3k2/6xep5qNP0lexw/VBuawFz9puIWsh88EBnq22wuAYHYvPEeFPiCn/rfJh/Mji2a+Vb3cXhv8nvvmTH82TYiZcajQb9oIM4lrjx/vvfthiGf2Ljwye7xYIIH1luD9S7HX+J6P5ptzs+2FrPObEZd0uXsWUm+VW6nRygOQCTECVqeXoVb8sgVdMkM3BCcb6/a8VnDNOHPakBxiSooerH6VP1dEqM9aD2LFL02zagBOJH1Hxa9BbjOu/iG/Oe6uN7UUi/iRWQelCwdnknE/DB0rMWf6xjCErHda/8AvXKoN7fIYvZrgTF/+iUp99ZiZjCTLDAvYVf0xA8eEbSQDDl7VZAbLJJouu//WEzAPZjpdput7I2dZH08Rce44KMtf7sAfuDuJmHwvcgQpPufEoIOr3ZtoDw06artQZ1zdexjPzvtI4m6J9EHfV4TuJFsLpv7BHuKpoPjt1H2JToYfgPO4WI9xVneI2ckO/W/bDKvFJG2Mi3Whj2ehl+cgTNPk6yW+jRaklnmBIQn7CGvGBYm6x+KYpSbpHo/UOI4FrBzOFVMYPGmP+pQggNlpdqZriY9mqBw4bd1FIZEZIiZg4ww/dKYBc7+rAUyuMCSubYR29bCdw6qRiL9nn7q+TySYpKaGdPsRiR/tEPRYguYE+549GiQ7IbwnqS4MtbiXB9/ZnuAqXB6DQx4NWC/e90vmMdl0J3v9ALdXrzM7Vp2VJZkZTM9lT3boayzkFRz8IQy2V71Sqh7QM74BYKbiWPO5HxPpXcIYjPm46z2nNV7v2u704KCr5u66GI28Rsubug7SjTVzX9bramwXgBrk7kHEJIBT5/vz4wUku3EBJbcHYf99h1JO1TMIvXcfBRkusr/7IM0/1yd+rMW7edighpxiFfkMQiZxs6k2d3B+UV1F07R7cwRTa09gC83N5cRaVae19prGuwzszGxwkpnJhAHmsMVef+8XkbnHQhz0kdglwfsVLzVi8jPtQGri2FX0Zd3vifeOuj6MlxT6bEzG68vwk1rzIvp0N/Pa3Dxe5NnCMIVjUmAxhAji+QoHLrP9CNXpNPTek7YFM2G/9YshmWAmIB6xNWEINPqOCSl1NsOYy072THi5dHAP6u/ySUC0CV2BzN62UrN91NZI3jn6LumeVx5r/XNZ70Eck9FhtsAxUXeuqnljLKhnhpXzUnCKYcGsmSFXI++Jy4dBDGb6GnKr26xYmTs1h/Ihja+KviQGu5Nui9grP3ho4xZvtb2l2NStENypBmiLd0/iYl+sFkGgeyBR3G9rgvTJcCJ07uF++ppieXb2c46jaOdWsjLLoNsTs4LLuZBvT3B74Nk4noHUeoItQUm5e+sqZSEdhSdU3Gt79HkH11DhuQwxiIp9z8DNWCjJxTQGt4y8++r0z1lJe9zao2+uieFEsEMVfR+eq8iRI0uGWs+CroHhjZ+N0TaLX8nmNzxRVoamM7Dda5UhvCinYFfhB7EnWeOhwPP5f17Q8/p3w2bpeW+tpbWD9lzk/rRwLoN+Qdf4uTycL2GHc7LHPHGI954OoUY3NMtBiekMyzrUYtAESLaH4Z4TNJjJWgNqLqdca04u5AZb7x5x8Mt19GrBhSW6GHbvHk1KU/v09WaRZJaxr/czmcxgCT4M7zYO1YNIp3i4IhoYq6jB6dd1w/zIk3xylH4igt3fGo2UU0hB/9zBGXpOPXp2T8hxoUCEYNY8Y5okBdG6Ad86nzdtyMDBF7DMrYElSjz7JNG6uAE9joHvy8kdAu2GuKahmET+v1TDvXPZDcVYJzv5bHDm2EqHncxcMsPPgeOUuNUAyjyLMfbWgEmtFuBcSpTnS8at6UrMHIyd8gz01uP21hWwMOM7iL7PonpJjUBeA16mXS9VTIqeT3ajngNYtguB0xurp4H0E3oNUJmZ/5r6x2ZB3wkaMNl7d7upCuST2Z8BYXIHJgy2ydpcn0wchwXjZjHBTEDf76Xjmbv/plj/MWmmxuvydP0MUJ/HCrZu2HkWfq2vEO6gOLTRCIk8e1tAyfTZibG3FzgI+3l/xHIUQLMyv+Pip9qAK/BikX3PR/HhDtucPR+kvR/N+ar3Hh5lnEVN3pwkRq3T3wutR8zspdG8czJKsI+eIO0neAwZs5E5sfs/exrb8PV+eDbIuq/+S7RXzPbc5G1snJ9DeQ2JmRkizQDzmmBATv6jVHMndVKaIuyINQuwExZjDeg1HXFcNQIbaUIs1hjfNG3zjnI0KsGbQvwjD3+sx6qyD1y3gxPm9dzRExbsnVZpWRX3TomM+4jNrOd9yy2vgGCrLrl5WY3T6n6YZdzRvxRsSw+6SDn2XMAts+XmLRFhTBtdyecFtBkJJuLN0nExNTJcny6euxcIr28TcBAcLTukFrG2se2eU+0vnmpuLpyfmX6xPFwYko270GR7tJbFDxWqAHWYeZyz5GTAw3oaEzCFxoczh5xWLmzx2EM0pu+B6GSBs+ezcVMsfXE3XUU4PzOz0Q+PvLeP1H/mp4Z97yYihdaVKpjtyZ4zY7pGuJJG8FynXEMWmF3h+x1BcsCQvQHNwzX+WqRmJjMTlow//KI1DMsMzJjqElaMV1cASoddCrh+EtQYLUtsgPNe9jC9EkgFGHNpqPCR2KDsQvYZLJitJzuugmCZQ/4QdSokDmZWy/cgPwPrxEyNxVhDfB+Hiee84CdX6mpwhKwmcciYBhrwmW9uwa5cIuBwzvS//HNv1Q+1zMCfMLqsNnBrYSBSW46QOeAJfcrn1xhirDm9IR7nPNQeQSm/NQQDO2xOTJLJ9SpKH5fvsdwyIi2ZGU7xWL4GvYhU+QcOPWKY7ym7urLAmaFfwuuZTBLi/OVM0dIzHTCJ/MWfMNTgCKmbzGiXAENkTUcu9OmDP7HrIYbpOqxTFtA5XQNXsx94a7ZqiHPH8nSdJU4/nwZwUG8I7rQA8/5uN1n0TszI9sdFu/s/qeZZjsZyNHDnFUHF0jDevLl+GCCZ5xGAO80XeCqCak+UsfY5hDESWi8Mgvlwq/O6tZ9XaElcJkmvKQn4aVN198xnkK8UH8R18XwYmx2L8R7u6MntVCmBddId35ypgrs8MR8tGWWav+OokmKzsHveIW/ZXmXTzXmcFZL1c4/bGA24+SoJ3oQbD9FcUQUsdOd+eJa/RBqOiU41zUh7TOoOTGq7bhzGwbw/Wr+rIdqBerlQZVxMbj2MOAxg0Gi9x8Q+E1zeofbpV2xGhSbGLGof8J2f7JDxPtwEPfx/cfmasWbaPmCvnV9MzlrY3/M9pjR0/Vg6fHYFLGpxO+lpDrfx6Fx4DsBD/5g8LhIamFme8Htu1TJ2ieeO6FqdS2DXH/Y4t9/hO/AvD107+KXtqvbbwtj4UP+exQIyjcEHM1TJhrwzRHKYfz6T33uapreOpMDksnkH3JSbUq4zXa1Y4zx2qKCL0aP5E9KR6SIwxUE9j+8ql02KBBPw2e3Ghwae+RAfMfdMXbdCbY/aSyIkOeSCPhuWyY3tB/Hj/jRXcuCxp77eBBzXzmqwRiyw34wZrPs9niwxEV0OFozohPHxM2Ct2ckMhiLoRh9WsHGNmzZwr/GxerBycf9fCaGJ5nXXh2u7hpMafM+Pb2/8ca9M0nNUEUcRy6uXDER9QIPhqRepe3p+PJ9A8hXqvy0MN5cDVqMH/OEsuEbxetDsHqw3NvnsqSdDCSt562dGSbk/+YNvuPfkwtC3ZrxyUULtZNKBhhAIYF39zVXzGxtrV98a48cgOKORvaa4UWw3lmEzk/kz6cANybnagz9orOcPUVzTVLYL2JzBgPXG4mszYzczNV6x+sDm5maGELM2z5iMsBwIPzKcJ+rNacb68P0mRhdwfoxJbk2v62LI5OtzP5n0Ot8exNXis0P0p1xQN8L/SVgH+/ZhzIwrlsyI8Vkfxl/26v0FB37GHNcSj7IY+Jleo5Gp+gvqJjN/MjNkMP3Vs025k8sTfSYch1De6yc0d6w9IogR4A21b/gU1pvQVjQz7miATe3ALUl8tESqe7tN4BrgTcjhZ4ibyw5epv8Xs0WJ5otYWsTv972XEJ2yAr4t6GQ/7jPkzISJ3uywQLImYBM9T3ZA7R+eYjbur/rZSZwuSQXobYHL7+HrtzwFBXSpmLhiTgo8cudEF3SwHAHtSfw9Xyk8t+NuTQB5Dh7NwayLWXBj8pFEIh3GEP+ZRKN75dD/cw41FdhXMCzgpT3ptjnxdOTY7LM/Qs+4tGu2ziZaPuOPcLkZPKWrhTeG2p2IzeHYKn4n/yHPlIle+9N+UGofMwFuqy7nvhPomIcPLOlyk4G5BjkD1sBeUv8uy4VOdUid5vSPkRfWkatUr5nQxCPg6sQVbdyDXKjzDtc4h9KD9pjAoGgAgLPd6N0YQR2L/5Hzr9d4OXt5D4M2DGjWuUY7agj+OQ81h4ySp0IPleO9NxjuL++F+/zFH42i7xraUIIYHhDjw3I42Aln0ADW4IjQerEGQKRwBhqwc6C1BnTC22DR3lbl2P450H3UD8K1QwcCEvMg6g4U1skJ8XmzF01S6suffWFur+lnm1tTWY/k9WjLbD3Ys+UdA7pWLeGdnIQ2d+VMfY/xQ49BU/MMxNEk8ownoIAuzlppvyVu35JbU6X5xyTsS/oUA8w9NWLtanwfUDDpXX2T3J+sAo6ZHTdH8EEEzGp+k9uB7M5540Xv+t7DQch1thnwSy/1mJn4/taMJk8Lr/kQ+Ly8NmtUaNDxNgyBWC0fQaKd8slkZvLHl6J/CL8fIDgSvHdtEcfcZWbSHxuCgk0c7g46k3YhVEIYJNlO5AnmWpok5RyXkFlzPTdPq8uD0E0jcHyOWOi+IWCI7ny4S113kx8nr4VrS4ri1lt+4zCAciAmiBmtkedAAN4bIDDG2tf4l1H7Pjdwujf614fBO8LqNFMZwcfLQrQGz8HNnS7cDqjvKf0d+6yInyZ52sThX3yXsAy7MpDpt/uz2UsiUOp7JfdgdaTCGaFFtHhujiLY3U+w+Sct81ilNPPFf7jzKXzRR4fqBJ4lGLV1LrkDWr2Wu6m41txJMQvzFuEIDu40e0BOXgYgM3zrxjHkB9D/xUZvDFkmFPOCey7uSmeoyTuuxviBNvQPnWxGAAAQAElEQVQaqJNiV7Igp0ZkWvcxEgbUrp6tqO+nXZ6C95VDQ7ZsF2JvDQ769uGMq99Y3HwLXJYXxQf/lTSjmfNZLnb1ZGshbA4v7q2zACvu2Qm+5tcW8bzPM2j9d5Kahog8N2FSws3yDtL/xJKVC2xev4t8jeWtfwEat+DszD0e8bA5jnVv72JWRfQHNUd2o0lj3ynPT5j/DqswpvlHZ0vvsL322SOQpHO570YUMtPN4qBSORDUdXskM4Mlz0VNEs1VX3PJM95G3XZQD6nB4zrHlbN1LwKmDLbIdb70+YFta6WWr3H3lQGGX7BeA8dPWNguDlOa2FtjF19juYHUcEwZnPOStImw7688pqo9Lo5NXzNCQRETxc5vrMJ7W66LGgBT3kiNz1ksvZ6+X/v0s0Ni808uPW++hwKtGcBzUY0RQkWs1xKjeIbve+i9bULN2wNVY7wVFjTeOySEjnWW5P8Yb+4tQAj2cwHKj3p4Y21mwmy+wJui9T7lv4PzzcNe4Ek9vX0uRavBFH7uq5G6992ZZXZVtyjlWZjiT0akoTMn1F/TkbmTJNPL0L05D2lTVSVdMKZnk44aLSVTSMI+OOZecUgzdXA/pzXawxYj7l9evb9ikt4LGzx5aMN0aeDCydicme8xiNYS62eIRi1LPoNH1lfv2Suki7059yzv54bcTJdtABTopMVrP0/TqCKyelxn8Ym17qmVZ7l3EfT/M9tjNfZZxCp/7e3b+JBkinGJQEsKw7gh6DPlvu2TyXt/kjxnUBqWGRf4hHCwfA3OMjwT7E2o/1K88NF8eap9SkhOy5t6Fi8aPOOS6FxmJpPEzz4w4l04R7vtnX9XBY+ZB9tae+r07ZcI77JuhgKNjN+5RLlhkkY5D/G8b3FwAtIzg0qTmxDUZiYzdtxz+9mJ47hoL0hVA1eT394knCSYzV2P64RjVlPPfuVZCiVjPwhcQ2CsIPD3Whx+yIhbQwxk/cckwcxMV3wi8goLuD/M7DilzB2JCs9y7tdzHTJYY5WE1eGZQu1mYJzodY9VwNIzLVkF1EauZQS04t6yH2tPAIHf/I+SVaefHfTqNDXW5h3WwqBh3V5gddbWLxvjGvmnVxg+h7N3xsgUFTo7rifBnP7dtF+IYdD8vWxwGgg+uY1YmbcpSfoeXCe4iQZsZgJOd6nH9T0leFMC+jLfOkAVk1mP87NXKecTmzL2NgzBqCwhwJyS5NIaur75wy30fAcV/vvsMD9nm8QeOZy+JbfGzbVIZjdoDHZKa2LbiPXo6ZQUh2GCchCpcDhSJ891PrITRysB9wwg58OqnXGVDT3AFmLv9webrB4yDr2WoM5nEDH3ZOS5NtabBjXnAr6sTka/5k7msbcezBl8Z8NZoeM1Q6XjNlCVGCxy1UpZlz0ZLnJQiSAO6iRq6CzU3rya5b2Tynqe0gh7KAKgV+CzoOOvI8JQyIowmbmIL7AH8sqEXeL1LU6iDE09/bsv3EHATEgQvnuF4Rnax5zNFaCYAWhg89M8BTemfVHrB4UGY+z7cKw9jShSjXOiQ83XBJwaY84s9Atk7wc5tZhpHJ3jCVIdZH12ECZdcod3HoiII+xeh55M2P9MZF+ctWtLulr44dxKM/MxNO4hQZLZI+m9Xn3tezNKlGt2z1OBkEnYNdZvHgglfkpnuMcEuzWgd0rdZAYDZuwAMI2DflREzBbTFU835CczFJH6njIzrssuOhvc1ftdSPKEpUFA4JMOdroHSmzX9zR3IBMp1fo++H54NsR7PhRXp4NOG+UOSHVGwKbUzEymJCegXyGLe/RAbkhMlvvjStApJsnkKH7kKm+KxXp5injX3GG6z5CLSKBRH4Zaw5jjhvkfNz4NFX0ZYj9Pb95UHHuFnsxo7U0i38xhj9PkxkL3fox0uC0fy/CjaqtCJOoZBENrLzQ7jsULWRXg3rmxO7/GfZelDZ0Ty7X8Y3TP7mWF9oi+MRz3KDYEVq6/Zm9T8wpMPPXDxUyqmdznegK8JkpHEWdv/wNVAv9OSOYbIlz5ksp9z+XUvNiEBH6eXSfxTLtkB9wC1yfQa3C6Ggsz2fdDz0XG4d7nTNpb4ppnUbM+5NVMHH+zXqydG7fHOVBzmayfdDRf5HLiZ4RbQrACT+d+ZNh6uPcHz1tiTw1lp4000lufoMbQSpCbmTxjZSfuV/aYKRLUrAyUqceaoB80qYMtw6FgXYkPxjxm2XNmRDUuILWTip/9h7ATwIzimckMlkrpP6CLv65971FTTa5q4wd7DxMjN0ZWZ7ys/51lozCaZD90ROWlXgD5Pc0ZNy94TGJ2V96nR/Zk00wYXAHXGeKZwWlh4OH4D0RMwhA4t5FrHxGnFGfHF4xi7ZsDjxx2aknYlPPhmRMGmVPXZ8W3NYHzkkK/THqL/rL+hblnAb3TXq8O1nKc84UFCrkMOpnrplLYDEtJl4uv89wRY/slqCal8o+BLDODJZMEmI6eoeg/C48mmqfr8Vro9SIV44Iijrch+cFaQAJd76/78OJ6p4RkdpJf8M2CmW1xa/6rWSbP/mGgZWVa3FODd7qNe6/863yb7uolqOs1G5RlKekCdgp3CyJ74Zj2f5+F/zNlLkApqXc27nsBtQGAKdb2gBCc3+spx2Z4j4SLfwiu4NWSL4G3RizE41iZFuuuLe/aU+eYJ2TSdWKINON/mMjV4OU08yPA5vJPDBUKl/W/7BfRmVnIstC+XCex771cvsdLLHBP00aaeO13ZF8+mzyD53Z4Hneyh+cciJkJrjYDNsD5xazWY5m0+2NKcsf0f/JzAx0iv2z3HTiVTleT6WMb4Lcd4neaiAwG9ki4pg99vCqDD2e0dnBPHsgkUogNX6F/8GvDOSYzk2c80B7d/kn02d+ApM/5raJn3uBqfhYvSfODjvLN+kAIOB35Z+3dJn7m5zP1vcfnuVBnH5K07uq1AZzxXRIc9o5DkR47Fz8eSmmU3lSxfM2zYuLrhDWf89aR8TNNg433emB7zb4TLWAx71mf22dMGRnVuDuXIwBUXz/5Q8HMZBLMdfeKY0NRcx6pwbOYp5ZkHtuzuffJd+qrK1qffN7B3d/rgpkhV6PC/j6XQ+JOKWHvt4EG8SWhEOLytEoPQsGP85vXsuPRnUAydYGcGdxBhHmTNSI3GXtenElmJpMdvQ+UeGHFBeQu9x3ay/j9s0ED39lHPPEztzY0eeZkBnxl10EwDXBOJRN+PC+85+6e7POe7QpHr6EjLar0b7/7eFI8D/esDs1oqIzFYQ8kz0cm1ZKcmQ9Gr+axbgDn/DNBd2onDJfHCAN2H2TsQfDNQTJlQoMkG7lq7mOF5t2Ng/OOBl4NwKkI/+GGbnMZvAf1XcB8LiRTo+75AzCXDMU949DQfbxeM6FHIZcOunEteeNFsukYio1GBTict2a2caifdOi0Brv0PK/ur12uzZd/MDVoe05gwIOfq4zXO8n4e3gAeYaf2zyqmJrAWT/wEgnMNeI/f/5EG5uGgU4BJQTMxkS8e54D5p2mNhCNZTVbzSZ+rHsPJ2wb1rVJxueYZ0CQcWbA5nDRkMwMcEQ/PUech5mAMGpnJsw4hvv2+oekjgn9t+8D4J3e/yE6/s40QGj8Ct8YEbP9FWhhIQ/9NeHkH+MdmuKw7nMS5R2ziLMWPf08C8dtsomiPdZ3fGlezAd9vL3s43P1+szADSdxxoW4PrYeFuyeZQYMH3UvDhqNQubTFuado/7a+KKAW75LQtw5YbhoQEl76gnnemBeaI9avsYUux7u9yEvft7FJm+D0xfcbDeC5ZkQHoxJlpX6kKmBZyYz6IJRRgQKQ4RjDkaKdXgU2FVA0NNVG+4dZo5+X4kL93RVbrOPnprBYl0GyS+Tv+8+ycQ4iap0XMSFDhbz2GTIamwF8iCHvbVPaoBDFqMmRM6avQCD7SxKDBLWSVj/UCdKh0gzGLITFgxfEIaYgxCLZiZ+9mYmUNGFoaJnFRA/88mvkJpgTPNKj4LGLGLzJMv7zpYrwbKagwu6c02c6kgwgx1jbIZ3JQ5IE8TRYsy9PutjLP+HmOc3M5kZaA1d8J4Hf/IZR01D8ntjiMCsZx0IwAz1R/1AOdU//Q4kjQ9xNHQHY0ZzOZ6tMq8JEAZOHWgnsdpE4LmzoyF1NhPXXEiXI+f5CNuPe5DbQ/cHzYwaazR6HywM+T+XI4RmdaJv0KVfUd//K/YqqJ3Z2tsNetwSm7BgeEC7/B3QZMdwYg566/fPdvm0AQZ1GKMfQZcYxkF4+PeWM3QH0zDNgc8D8IRx+I5/71PNMaNi8pfzBb0zv8c95zS561uqtoFAG5eEmgk/3N8/4PSA0pMOuD6vDfjagD9/8Pc2EIb6/AFo2eFW5ww6eClcObUaMa2jJQS1bFNJKF3k6Sse8Awrf86JQ4wJQ24tKcyv4eaXOmC/gX+aSXqPHnNPGs1MZgbimZMBahHxGUMa3pLazMAOKa4dFwd+hkXc7LAmUjPga+ngcPXUX48C5Gn/xvdb22tAQ60VWhtWyQLP2mn9DCuWTKeHPcaEYQx8bVLkak+Nh+isyecZal+bzKwBmPOo9pm2EVT95pC/Omn/+OK7/1zbzDQ/g89QzNRpwE4wM0hqCdEn2L2hyrsJ2LSy1z4gKQ4DIeszt2a5c/BMczyB3cPgNZLMUOSW0pbotZkmY154QizI/zGam8xMWOI4YgHmHx+/49WgJZd4QvHJe1BrpWAiJtXQxRg7YOici0Pse66PC7Fv5MG7//amgjjPeDC0lO4xW/gx9nPTv8hBzHjW7DtOrb1b92Krk65oQ02ecWT/ksOE8Ke/EU4OulIumO8Y6fAHuOwebBBGe5wgIfia7tWLv5xyjb5+jmSV6FNgUpPB34a+3+mZ4C8H+kyk+dp9z3Zo2cTqLjwb7Xq5yWx8fY8i89Di3+bvJbiP5EfnnxlSTI6o+rHsbnczn+fA3JDbMwnxWna0iQpyR38Em/vvSu4hL7wulu7Lw5nQtO/1Yh9ltQT66rnBh/1OyqB2ivXY+WWEzm/a3eztL3V589rir16Qwz5rBM4VgQA7aTfETgjOB2FQm9YXfpa9EDIHgz5UnC6AjW0Do0vU86D3xZ90qBdiTa8yc3+CX2oS8Qbbv/jw+Tlf8cK9L9aEQZ413G/dP+1KzLXKWIPYrwM7isxi5A7nOeR3whHP6GXQF6PQa+TN1J74kX/nKvA67LEBXRbc1fh8XQ9KMm8zXsdlIGNr9bnDjBYTnsMy7DROx2HVHmoKBvYzj9zZeB35s52/2cXk3GuD9B/poW6IIyA/GfAzp9EQ2v80Iug8Xbu8UKXMnuGol9Kk9exxwFrM1zbaONx4Yw38e0JPa0yMyzWxhiDYzs35zsttlLc8DoRvTix3zVBrvmATboPJrLmagtR92dzNfFU0UzOjiyn+3FgvjoPUky5nXGCSWwPe3VjJsQZqLYm10HmHgeRDEPOKvFd0AkHuXMP9mKf51XwSfg6J9lhs6wAAEABJREFUftNQ/5lovO7zlej+EExYBKyHfVY3oIFhQvgm+Q+tRD+mitPrmszM5q5LJlIn3i+WX9NcqWHVcK9WwN3RnZsjzZTB/XN+Cd/mX8KmXbQvXqi+NAsz2i5m19DMcM/JfU7xIO/QKwsyAoTBCFa1mASTPuZAjxPyhYVTjRYUanU/7wEMkpHEJ2iZdfrs/TalEXYeBUUuKzzAx4Ao4OnLuliyBlMh/nku5e9CTVHTh9rTcBevFTRy3ifi6uCgfA/3xMSdJgWPp0YdFI7193x0YV+w90wjkokD+gnptrd5/6T82drmj84aTU6v3ZyU1n7yX6bEsPkuRv+wR2jqWwdmcodNaERqNaCM5j07HuDENc/tb5DPJeW5D48PBeTX0ZQZTQ5buGs1bWzMMyN/q3cDA/KeJfja1SxHQCkToBhH8Egfjf5wCC34ONDFMyM+xppCfS5DruGzSGMra4O4hj4He2Sv3+QNKQyE89q7DSn/bMkfsHrdfX+oQsZaCulp+rYoH4LB9GH4h/GD13DNxHUS3csTM6Wwycyk4xE0+LWQO1Gn5UVGW36yJ5UBOqX0X7baaT0XtRl1mtEkqzkBrkGI4zgsxDFzZK/Bz4ibyQ5jbaPPczP2Lusx67BPfmtouZeEpLNE3LkWxhQNaGf/zE1Iu5gal+SuNJjs8Lvqwct0r3OVvTcnmRlsPWsmDBdyoNYYqvcTVNzEs8C4V8PvIjAzdESR32M5BL0pB9WJLyDHwYdB/KwVez81SA+jqw21wSY79JoRPR5YT4yy+9ije6Mz92Dzl8JlhqRmcDV22c9TQjYzU8v0dtk5ReoRHxL+E6f3r3UqyB1V+GrF8HLG9SyHd3Bm6AA7iLRGuWvuQEy9E3lqZCazqwRIFe6yqQ+jqruo8Zy92wRMFDuL6cWx0uJThm1RW58d1nPiDSoUouVdaQmQub/HTGF0YP2eD0Nj5masMtDfPOdhdhd9upBncrCodtFr9tFrYjWedePJzEBP/Amr+ZlBYsMwwKw/5kN5cb05aJmPxmev2Svk78npGXZ4irOj4VPcAM2mntXjPPin37qnv8fJd/US+TH+xeX2WddI2fAXjX4HvQ3O/hMUxzyofO48YrKfQvWkuVY4ZuiBgCnLbxVm/x4J83PevDUmHj/wHob9QPRllUOj5HB/EzjyztoT4wdLx4llnruhBz8HiOEHZF4f/ukpA2Ez0yYMMULWnfYy1kJBS+IQLWukzUyYQgzM+j1lWqGo4GaNL+TiQSSZGSBTNwZwzJXAC3wHWz5Rkd73/4+y9+6PIzmSvyN7uN6QBEiChCXXe6v1juQarfe6k5dWz/v/60QHzHQ938iq6mmA1N3n19vRmRkZmZXV3RiAxK5kgv3KXLPW+ouzp7xt+ciGOLZNW1xY4FyPyRNf8Gmw8uGg6fxO+F7Vz2InAXm3xGunxUYLMa5zDW6O6MdSayjmNFkYOlgzgmuk8u5LLUrebl0F8fQO4PdN16RbA6Z2KivvcclmrcB+9iiepqII25B51cM+XwfeHxLWqfTJ67T05Hge4HWysFWQjwhxron0LOpIYn0JiVP1iOr7fhjufy84BzxB1oWv9Gc/3ktuBN/vkjNGzpS6jHxRXUztcH118aqT1+NRUlxqK+cKbQDzQOfStvnO2ynTperYj2sN3KpPjXVCEwDa86sfdadrGZ7zAC/bpJI4izPol+gO1mrHtqxBpUt6TWWRIcmvURMGlNVVB0G++nYk31tY5ZEN7Zkx7EtVWa31PVYe6LIO6zj9dDwhDrw5gEdcT/8SUa2z+0X6XEMcKPPkQhfPb48EbmlKRxYXO6lSZsRROTGsFRCc9kBL2Rgk2klOoYgKlWAtzmrUtX6avr/5yqCJWAusMWCyp31DcyKDZOnpRCRDMNXY8R/VrQoHmVxH9WvDkzBfz3F/5U6eRz78FjvfOrgculbhZJ0tqBIc0SEq4qSvex4RCMn4GuGrqK+QD7gwg7VRsxFB1jNWS/AfzsiS3J4V3kcGON3mXogzX3fYP0vCHLA1fEeMpva3A7Kz06IQ/1jBA87emQ/XkVEFG+CUfzaJIMcpH1iXpcgXYvfwC5NAY8rAJeWBAevlfiCdM3A5gy416XqIeoYUwUX16LdyGrLS9bqW1VihCKCosQ1gFeap1HQ1ScCEmfOLScjpRAch9Vyzo11/kWQA6dk8V/Zgk/OHYy2SPLvPaFnK97f2gHrGXQDL0iZrcijiLEgZgW2i+lxTVgtIQNSZGgNVvRNXdJzrBTNod6DVNJPLI5SffZ2/Z1zkndMbylHqcPrzDKqzJtBwWm23w/oJ08YR9gZyBXE7695YgDjojZnOXKdH2cu6jpZwSM+6ZuNa7N7RKdt50Jrb5LLcjDCsqwTXbF4ZhL3c1r2FQhyklLDfSqoGosWeL/DNi3WE31F7zbX47bQ+NP9nIJIiKieOANkL69vk1pLZ4AqsbZCP8IXngDi1GQutlEeL0+cVSg1BoKCNEsR1zZqlG0z1cTiLvK/AMzD1ZE3/kGt9qUy9uqk9i9PHsTXMAxh6hiKCiNPGwB2A6YhoX4cw+MrDf0XBE0DrWy9sRF7IFvnrn0gJ87ByZMI2oXokV93pWpQKlyaIIqew2BCMOEqzUuoYURyh4NrOmZuMhTim08XhpKJehedTPkw5sJ3BrumEdUZvZt8Jx0b6DJZFkilDjkH68hGyz1UV1Jg2YrqQw3ds4FbCDs+jgHRxmrXnVyTDLvZC+NmCS8GXAV99yWFCPkKkpBCHLwYuZ5iMum4hrmfAAv9rNvnc2EuQMWzyGycOZ6DMMzJQBA4nkdStfLQg/20YfE4hiMChn9f2u2ioHeaEPqybQDIaMD5rGCiU0PxwfzF/ciGx1jFRmDPEgU2tLSGn5ympIYBOF+uvdc+XX7c4nKYQqf4lSXpmcfqarjMmpXMQnDmTm3tU79m+eST9TIpLxDoREVnaNcdsCeVSmDkfEdQ0hPAr0uGSU8Pj1gR+yUB3H+RyDTK09RX0k2TBB/65AcPPv1w5p3ZIwkGgm2wd26FoWlNcOXNLzTonfKFxteHWtoZ9f+2kRed/Adb1wo8IcUrBWg3iCIgIXyUMqL58uBgyAo7nxFUBnzBnwGC0hrOI+knIt5B8R/Ldgfd8mLyNXsL5yoXynxBWEk0rL9mX3yuRNCLECWxDxw6KOLM/u+0nsdmqtGc4Wld3xmxRLmdXa4XD4gvIX7o7mCO11kd6yDQ5qQvJhDduG/27JGPWP2nqnof1rnf5TBBhIpRG2J4LO5FMXl0PZV9VTDQ/PYfj8CXhd0kZcnG9AREgBXnhxSBOjvki8IASNZcyBRuUv/UfszwU5cuR+eAaUl67VR6O5J4ZScE/8hG+gClnwoDLc+Yzn7LOHHBchompOXE4oRxt7UFzUsXVJ56TeU+IbR3TLexDuUE4ZjZbNV/9iObM82hEnBnyoZDPdpFqoOmwFolsO5lzEDTrtNSufTaHzhvi8MNOn/fAvQxon/75yDYl8MU9DHy3tbHV2kHuBUKBV7hGhK8SNlFK3uDgi3/+dVTcVxxhcMm4WUpgRWSzhgkjGRzrMMeErBt8nxFWaVOcYQ7ih2WUXlzz8vquEQ3TNr6ZlNvH8Wc+H/i1nTmjt6PcrpP+HFxbi6R56/TRc7aEvQqWqRwhp+oR1Ed1fXWDqKsJEwrJnGwH1YPEyM3PIBQR6UnB7QnVeyUpQvWwBY4x6khHeY0wKY4gpj/etL79hkhb895Pvx9J5wUFJ02k7OlAHLa8n7IlTNt94qaNCDIFwHkBhshnQ5inX7r80CkS2oSkkI96VeZHKs0V+WvAc0aEAgrDtZ0mmisnEq4ZM3SdXzmYfD0G8kPWcOH9KtRicq30iZURDhKuki3wdgr1EdwHBxKpEKH6Uf8ntogC+HRT+7wTnqX2NiHVq+rhILU42bBZGxQROL3CvjcB5XnkWATo1KxbyYdp520dZ57AXMaeiMmYL2+QOffGuofRS6AUMavFlUEiwk59vyOi0kGCBjaVIPaZhBpVg4KZ3hN8tYNyxmI+nolvuWP1/ubQmXN95UPhMcL76qCe987/NbvgKaOq5aamxDTizJxlwXsYiA1/8+xSa+y7l3W2ivSyNi8tDAWhgWlnQetfaGaYzdLLi/sWagoRU3OdneV4n8wgpF13271iL8lwIc9VtNR09IJGeM11njWcx7R0GmsK65epHwJOJ00Z9rldaZzKNjgRoQigNYTv0xjo64zQKCTZKh2ucRzOgQj4BgQsGzwtJTQ7Sk3OGLshUZsQvtFjW8cnkbyUtC+tTMlHrp9raX50ERx75MoJ55qE6uc9fkTI/4ir8giu7it6g0JopMFxGj9PwsnOeXpq6kcPcpbme+UcsTjsYv7v00I3sLV6qq+Or34/LJmWTRIxJCfOyXPGWkvaPTDsm0lHexV92Rqxny6E8PcIGOmEiA7qR2ufsqpra/uzb0qKd2hdlUs0mT9Wstf0LFsCk5R7gAguCPOKn38WJO6n/6iROfF8q1NT6fsCOEk3PkQb/JA45YA1ZZ+75PHTx/FHt1PyYZ3tBBcAdKnBrfsjqqdyH11P3n3N+Y4gaZlQeFMtOm5QxZoJNwjVvtiaYd9uWoO8Zuh8zmwHOg39cPPMHL3cM2E/M9Nlpm7cmsm9NnYy67RaS627+uXzzteMI5cYCPM0x99yIjZ7z1VSJwv5hK7BsWvulDyke6wNnheH5HRgY2g9repRe1idsUWmjCSccdCQxqKWzBjfbxAvSIQJ4mZcTSR1Xu1wC/RKnXdoQjomI5dfoNaJg1j4+U3QPtT6rPW+utucN7eOpSzNi1QDFMTZt95N8WdMPHcih1f3wbPiy1xG8IOm0Xx1jb/ao9asr2pHZaxdv7hOwbO+vQpi+vnq/VYuq2CJmtY9DPU5SHWV9+Jc7eFEYVLmb7WV6ddU1d6+ojHjenkvxFbWe2Uvs/mfMhb0jsx67dTnPTDjTIfjOczP47nvrtkNsrAsc5cWM4uziebXDAJmse8chRnNreik2ZE6enA2tnq+OueOuR93yq9PmLTMY85VFtv2eO5njppjOQsq5zV6/8owfd5vMvlMibPWWdc1ZN/qo1Q+axWerzlrCxGwrvWDkJ9nAtn0deY8cT+pUu/Qb5dj57PGF/ftz9i+YUHC9wZMnKsNkrO18usrPzMQJo8G1zvOzzq4PisZ2fe9qvMlI8c6cbSMbDNFT9fkXtyTjGMj10qRPSq8p4zx0aVLfdZm4CqDwL0Antaz8Zkg54FzWXuyF7nUuNJwnvXR+jnmnlyLJn0s3/YYoddZb58ayjOiFkFGfRZnrZrHlfO1goI83SMd1rWfdaxb5yHjZ47JNXItq0wAx5jjudahvcO5Gr7340zG9LfNNex7bcP+QH/6Wpt5+GO1jq0DqcG6lzW28xrHyf+nGmZ3D0zvgmV9E+nZB65vyI8A+2i8Fll7kuem5tia1h0D0pD69xYBNnYAABAASURBVDU/H9cn4DNOvaQeyx09JSo4RwmvZ8D1R4SCCfq11VCf+sk6T0BdvTf/yUfXNXQ91sNfK85RevykZtLad9Z2jToV8bzenwW9p/mENcAt3LPn2bN71NmdN1KEiky7f2aJasJX87aolJ+WzlYILp8JNp8j6/ue+vn6OZxE8tbSMzswk1vn55od6l2TM1jj2a13LkEG3utOcNzg/kbdoz9P0Wd9oW2hQ0Pg5ukYx+sYuPwp0deKPg/9PW+uiV/7I7Hf+uf+u99tq685Ke9V5ybNbM5hVP7Pvvm+GNawRq6NrfXMjF9nwJensqKCME9nirxYISZn13W9J34kR3qy6Fg3K8jXe+n+gNhr+mst27qGXrNPbyLquVrnz1/v2/txTe1FZ/exBlhNZwawR461M87e0Ggy7tZ81jsHeGbhrwHzhDmXrfXmDMe2CdZp9azmjI7XmC3K++IehvVG9+cWf9LyAZc+2rSqR94HdLkPZhjYY8/n87QMXjOs804axZdJwrZljeF7Ldeyhu9zroPauYT9RJFj5+tMkO3kruD5WtJak8i+UurZn6bDOsn9vIcE69dZyLU6+Ug/L/K1I+UEEd7NoMASSlw45cO2w9OpJb2u2uF8zprzFRSGk4VLRc5PRNLXNLWf0nc/9zGUR61zX/6wWTXJS0PacKr66aKvZ/8xTO6Z0vkF7TqkwDehE8dylVxTnrYi7zHpqT8i+wlF/sMFhfWM6WVYx3lITdbBBER5/yai6uCyY6jFkvD1fx7085pzHV8XUFnuFp4jLRr7mbCAOH0nidNw4YSmrx000zPFnz5b7AOEmiAO14D8S2/2RBdIrvgjnkHEs/M9K1nKnWN1ktRFROMkXlPVo1TD1bNEWi7tDAijhXIDr1+SdK3XEgfCXMkcYZ7Nd8qxQ9Ar3Mf0NCO5jK03MugXE1XAdpVzeL0MNB1WuV9E9aqxb1hWXGqnwdMYLbSs4NdCnHudFnWeWs+Q/xs47Qm43khJma3X8p57gjkmLlJf0veFEEIc6WHr6c8oVszqylCb4zSdfSOTdowMpoufs0z7XTayW4EyJhlOacA0DasRdB47qyfBaa7uiYDTMRP7HnlN9+F7BwlOco4xmYI5fpacictxGnGBcUtb3DzTN0meLwK4ZLDr06n87LFjeP38MGRGZEnlngjawiVJx4Z7Ak61fN6T1EC6Nn3Y/HPP7F6Yz4eMg1R52AGzupzP+8g8F+RcacgVv05KDaHPOl+Ls48VxJzO10J7ENQ79meN6/JdcKrD69Ij30Fr8TOFz5lu3Ta9aqQaS2ktMvJnbHGgyxjX9zr7wWXetvKe2F5K8+Ko4WTc6LWh2hqjkTDyfZzvz2kj59T6SK1nW1MzL9QfWZIOQpWT7yQXn3BukbeP2LKaLeozVFsEAbAuMOzqPxyZ48J9689sXV9ryLpLDfJqJp16obY6XP2159gg9D3ynB7fNmNyntWfNZYkUpCXDD1DXyX36pQ3zySuzV49xpqzJCjsetfne0aNbTaGnK9LmLQoSj8kzrz02F/rfpfloydtqTHVcyUrQ0nXC+lQJXJi3ADiqG9FDagMKJ+us28rnLTCw1ftgalnqcbXmm35HpCYSYicb8nWt2BTA10aMKm1jf7nBnQKf5DBZgESbDBZdvUzDXtSYP3zoPjJLyIqIQlP9YhjvjIyV59i9ehFf66ZTlf1cMv0QvV1ynrlUXWlMiUpaSrAlQ8KbTp63jSoZb6CeqayyhCkg61sXnPOEx6l/D02zzmljprAJjk7hvdt23EsKRFmNda+EfXCFS9SIo+FKx/VusowU21e8yKejoJMizB8HflLJeENBRwCpYzuDhMI/QWFkWpSeZDMf3uLDj7NeYW51aSfZ7rvVQ1uGg2m20LaH07OiKNmcf6PMyJ4QSJVMQyKCJAhlwA+bQFnRtbIgWHGsG/Yr2CrTFgnqvfBjHOeumnpZcYwk6EdCH8tOXZoQHH2Hrizs+Q8jZjEODTg2hLVBNqIIDDWBm92OmdANYN3/Oz8MduDtbQztkbNNG8Q04ijgNnp+ZBwQjpnCK0ZQ9PhKDITwiiPlEeGvhrJc8lUs/YDP9EvaaWIUP0HPz1bEFofbjBFs+c6caJSeRyTmnUfI7P1UlizevW6rjkhrOl6dQpYayTZHGhWKooIQCYqSjXJkVKj0zpnIMn313YOazNuTq0n4DQf2SXUjTiIZJ3szLr2dTQlEfgbirATaNBP092f2UrzMsEFdQZuntnanhczut++ITmsX6X2LCgnOwhC66NMbvYOh3nB6bluoe46u7YlZmGwUEAz2nokx5Cc8nrdQrcTxlsH9TNjvXYhZZHN3QgFyeyJw1ljc8C1vdPJXArR+LTGsG+kT9OIUASAjERR/wqpcypj5VHyGjAdJjwDlBI6cdSSTEXElMzP2pabyGPOPZJQnOKbAVA9WsucAcZhB6G8ZI/TuoGR73c6Sp6HmZYi7xuzPp1YR+nVvqXWwlhyT/h5k7AeGSff9YqoKw32DWJm0HSUyaN88qtzPBd0EutkjlTgBNwakn9Y7s+1vrQIxREGlzZgyP+Iq9oRzWKsIWxGEQSmE6FIK6w95Uihdni5fOgttgoueHCBrwlMB19jKWkdPwo19fFRad8iZglkgW8Iq/kRDri4N0auSwsP5znUakwfAwFnZlOHviS4o+6Dn3lmUDvCHFBH57GZm1v7Blq3CFaKyKu9BlUb2I7KcDUX2FA/7K1RyNVM55LINSrvOCJseADiS6z6ISkir5JsubLnSJ9r+nBSY5otzUr0OolQPWJW0/1qnQ96K0FEP655ctepC/zAShHVKg/+IqVrXZtc1CsmIhSOrGkIrDlM5vyl5DhvhB80ems8S7gnnH8+HtKSdCFwziipcYfjcC57UCJWig5/LwURMM3KPn1gNNiXFBL3MkC3oQXsEOIaCXF4HUcDDKEGX/CHhDKOxslz4zvOOtYkRKm6joSNCUTHcznb8fwgoQn5CDyBUD1s/XcL1gzmc/0QbVJga34g6n6k76sU/KM8gmtFwBnCisP78L5weYRkck9B2MCaBJyhvHcs5ncKsRLOFy6cEEmlpb87aGbFUTmcfrpuRob1bIZTLJUQnGZzWaPMhCJCkjG/OgaznLyOOLBkcOppv0Otj04cNT+woj0p2+rkEfI/XifaGphjooLC99D7UjaJlseW7uKLO0w+IhQBVNElIhZHGOTXPASn+ZK/OWelWdJztdKmshINkegjOVY9ejzVOxeKiJr3RptnU1lfATVcTYNQ5JXL7IxkTay9bEmtrV8pZ+0nHLTcFDNLmD8Bc6TkJeznS1kdKJrYnxZQO+DduEWWICZKD9tPdNTWf/E2lOuQCpB//2p7EiS7TviZpk0ul++1AydiSlsTETaJciyTVC3HLUDkA/hMyEdwMTCISq6FP53k/FIUknD1ijM7g2ZBbGDWp3v1+Zw0nMX2Pt2aVmoDExmqmWodGFKE332eGFb+4dJQzY1YfiKUD/euMVruRG7BpJNg7dIv66wDU8KdDHpzIiHZHJv8srBDszztuxeyFONXKrO+BHEEF77IbaqMmDN9i8B06zqP9c+cfOPQWsds8NZ65LtBXp4Fiw7XdwHYq2DCbJezVGp2bR2d7EBtFoOOpjOeCG52NiIsDvN1Dtcn4Dy703xwWpAICD/SIDJEbJ39wPeSGPnIPnZAzGFRElaQ4GR19k7MSdhb4FrYDHWOMDXftGSp5eokxoFTtWe9x1ngvMG74R7mgktQk2gX7ydBo3kfQjcTJfKRcgd2TMzge1RDkrlYjfyeTz1JVb+2Le5VZVxLAznrjMZ4X7jtRMeZAfsS765aH0ok/JLQdBQ8g85syd0cAQq4wiHg9N+XWkM5Eaf7o5liqJNnvrP+THICbd4HW8fA/TFtDUcNWWOfLHqvkbcN388CY8q/11A64sgaLGWete6EK7xroFPqmbwPx/47WedaQmnlLJecKlUOJO8XeI6AMbqeUMd8zQ5qphxFTCSv6c7moVLc5xIJzuSmSxeZSN8XwDCcch9xHK9bR9agRuG9dY8Q1yrPQ5Sn49qPJEzJgOkcdiRHksaZxyaFLdA+q6XOAXBs4CL1TaleIZJfDPc2RVyaFb7+l6Nk3oWAM0Pr7WPDfbEi9n23KwfE+aVhHwTwRKF6BHHgBrZgMb4mIntaLfXdhaTwBToUOnaQ8P2dyqb05KTcEVI//ho7sJeFIYdB3Ne00LHyImU+N9UI+fD0LT5mzDvP+9D4GnFtcTMQ63PN4XE643VtK2rflpImR3nUbLqack3TjNQT3EtNB9ncm8jiiwPDicMe+CCtvYv8vddf104ca2ECaZ6+efJTgQxFXrn8h7NMvJUZjMoqtcP8WlVJc8ZsQRKo/J+pYwhqSgT+t2MwY4MpwbEv+cNMrSZ9NDWfHfKyXidDrYerGd+Igf3GOpFe8KnmPwr53lbNwM8tQ5tLa4s7ren12X//ATnr6SNj+oMKPRx3eO0pJ9YQRyTcDoeTmnzZB2YzhBWH/Yohe0BRVKu50ltWdovPZ36bvefFgU9OTWdN2KcXyZwp7APbDuuj63qOAnfzPZV7sk/PZl0QDxJX1YMa36uwhRmw1mTsP3m4N7zM42eOauuElQ/n8MN533ti6ydYA7yu6wZ061y0e4HAZ6sNW3oWa+FR1XsAF2AgH86BahHN/CC/XkNUgDnnOQGvcV0f3/piDf66PjLvGA8/rzmL75trTsLaylkLmKvGon4G1jFv/YDvf+HIsdCbizo1BWoeH6+eT8r1w7qWkXliMuSoJHZe5tJ3BnTf1mvaziHVjuak9GW/wb4Rszh9+Qj2F6ofugExA3p5FsGlT9o3e/IdOweYy/fWKSL2IxDyO+yv58gevE29nzgQ9zkynxr4tMFc+Gi4tpN65xL2DXR8rchfx9iwzRp4r2WgD3MGndLHCl4tX604Wp1zCa9hmJfkHhPgUnPS0sa8ezdYYTbhm20wr5y39hismlV4PVOpSefel1ZiuSHrq6N7HlPOhSBnacqcD849DLuZstORxOzSeVvo3iP7Ng5a2S8UAbgHA5/REfggcwopwX0nl75tgpy/uWB012Gyw0l890y0XunDs668RsbkMsZ6jfTROGeNfBB33/dtFnbaquqTHOiVc+K7p5F9UyW5N5KkrDPkw3qAGwquiNwLT67JPsINMAApL+YNhWRMvvLwyB1JcCmps57AvYmrGSQ77pHpvKxfVa2/NAv+dKbeWqOxFmTI52D2tCVnLuO+VuMwtTtOamxxOJXIC+T69BL+Ydw2WTsdJux7rWxgwnAf25NIcRvBmqAKhLAg+6DJDxFIs+b63tPyiYcNnpshDVbV+0ep+hGSS4VNqB3ubc5ht/i11IQxSFmsPJxbfzTXu9GvVifQR4QYDWBDCv4ZgI4d7taICDlto7woD9i06k6fmdj9gkQipHy1o8rzSnv/0scQvhFy1SBcgEP0AAAQAElEQVTlGoFpCXGYS+D3k/V4k6gSWiAptD66X2DpypVcJ3Hn55Q3WXyxENbGN8sUWN9fXo/8wRoL30+eOi5XPu+CFYPpgu9HtrDy55xEX/nIhewAc4NithZkbU69a2ofKTQ73CLzcPYxeU6+1QMUFq6wNoa+js0bpOEDKA+4FGGR5cxYzsw65fugdCprzcCeU+DLyMWwJidGlz49c52AjToHnhKErhFH/gyLzRpsy9tT91kv2HvkPZv3UjtYi7xEThyYk+0ic0HS58Cfi6ixa0BbX/dKYM4ENjlsPY/nkmM20Ttyr+6JptVG4MOvc84b4gYoq+TD9wAUmEK/oAY3NUUcvoDoPDZ9OAG+PFJrXz7gRB9lk+BnM69piCOA/YHs0HyMT+5vGPQXVljP43biUoA5KeQjyFvnKPJCv3wOOj6P9TkPedeAlCOTc2C9B2eU9cmRI+IaoHnZKwj8qdBthv3icfF91rw9sa7oEmk9S0jEYuYAgg/HCUneVK6Fy9793kfGVgUzBvc25MP1zVPwjzrcAz/kY8DDJif5Y6XeUzj6V9/KAWJAG0xUbRAhUcFyUT2GNM6l4xwIB0XI7M0xkB3IwjGDP6cCxnsK2Hri5bNf22CKQEdLetLX9wCUxqkfgUNfgRD/uE+CGlIF3jUi571WX/UIzPQ9VHJZEQecWF8RDpQ2fXGYM+iP2B8pGHipsr76HSEvH8Ru7J62qRq4DiSrDocTHay8zqQjn81bDlU9XWs4Cv5YhG+JtX6nJj+4d4bzzcpJz0ZsvVsUuKyzDrD3AgRsi/NZFxQCZixAnct5qXOPhDXEzqeOz77u55rkM24a+wlx9Jznsw/lM+tw6F+6tjgGeQZsQ1tTaRlZ9AI6Bk1HcZ/MdarPNai1qPcx3MsaHBlrvxBXoCnA8Ui+sDYQccVAst4PZPhaA1fc84qQvHiKxEE89SHsPLSSn3G4E+e8uLiXrXNp4ey7j+ttiWPKRUaVts/cOVv1S/Nrvm3BfRqv7KPZ4TpCa4zMmwM99ns0zVn5ke9RI9rSNDEtOLuHtPXpzzZD6HVsDp6BOdca6kflCxwnZEwIz+IeXtdQ02J1LzB3ATWnPAq6ki2P1xb6VpjnvrZ3upRB6utGFmafeunxcZtreB2gE4i6uPoxFuXnv23nqmUGr2vQozSMrb7G3O+7ftAWP9MULsyEca/IWiiCgo9R8QW/ADXYL+yxqGkDZzqZh3sk8hIJbGlW+IIqog4rx/gj+iITBHn63gafjeYiZyjwBkZVWnMOKt/iaZ+eQxy1XhT5XXGzgi/WTJSaj+TEEYD5uBZw7MyU9R3OBpUhtb2Iw3VFcCBibmWmgnU9Cw9BgplQVA/KOBXBlVPeV24pFBrAgtLQ+hgYeh7bN6QIrCGOvAlI7YJ+etkqQbsOerpZcniTDn86ayobd1d2jEmkpMTe/bORrVgrgOAyi42oRYE6NDtS54tahqz1RJ1xH/cjIzVePlxm2G+oGoLJwed0vea1+FmaF6336Dm57QPPZt7CvoGSsxXRFCkxD080FEdL4bVzXdUIjEX50OzUuP7hPedoFwzpws3AyPAStqkteAblntnAveu0lk6Np6Z5a3M3N2fW9XgkuLZSAk/l/SV8IcVNyd+eYfnJWJ45oXZYZhD6N21VMyp9+hU+IgxhM4dOqa/r5bX15tYoc8Qla8W1wUL4mqeBb5BjKwgrjxbf0h6LA4qrTzLUODZQQ8LRw+vVGIq4+idzNXatP16qpv4PoVTfXe6FeU/Jo/tF632mXszW+1Q7Sr5vs3lqd8nPpPtE6JiNhpyqINZxeB1j0vt9s+SudWmXp5MVx+pO9M1+U48szMu8Zu2L+Uoi6+7VKznvvcga1xpq98JsfZfwvNnU17uxvvq51B7m1DRps4zLjHP/jtRkjvq2L+eSz1jq73dyqaVf5rDE1legVT9qbl1j/iTHmtRXTfP9nCw1LO/59pu0wn0xjtU0jef0HM7Vf0u78OnWockPeiWybkRe5LpgTb+vEMp7PhZckDrNjkCvhoItQjgDbtYUBT1q7wI5X6tknXO1dpRvqeMO8+lzT9LSM/BpVM/Rhj5wU94aY87Nfee4h+7dkbUsnpY838lpXBoweTrGQWdJ1Yo9GEV576P58/XSbzyFtQ49fq5TxBh5UTBX3V+NSTh5b3Bf8ydQ97GPDZA9bTtY3334kZNf8N27r9dMUJOWGvdKzH3n/1eIPazXyF5NL47sN9mS2so1P99LfK/JnrLefuvhPRzTJ6/s45w/Z6stvOuVr/q5T/+sq9Y1vj8Gj49e1nZUjXMdtV9RvfdVJ/oZtb7Qw6i55Iry6LXmPGeNhd4oaefz2OdnGbeu0PwoGax7lKx37+S4bxZkD5xu/fXtd9XvyVyHhDUKprQ+J60ajy1AypiitNmL+1DXr7nJZ5aaV3suNe+ZOh9S9tF0lCnuuW4t8ZdhgiD5UXx+uKaDWJJ/6Z/5gt8hZe/Oi8O+58HNM1Kh6eo4pJwfk3zg5Azui++zc/a5HWsdRM+5xjmoPJNPr16cP8k5Y87WsH8vOGdkrs2VPmS3uHUunot9o+fm1vcjYwaqz2mgzn/tKPm9zHeJ4gD9nHwcTk0aggguTWjPofsMcN1f4Dvu1joo2d4L1pq/h8av5r3ruC+5db8zBrGfh/sYUy94x2xfCRJTbN95gJtrDayWeS6c8p5kB0EzGdqf9yO95kkOJlpfQjlOPYF7YtAj4LTve5gDUOfYwE2N/aw3AexjWo4G3jiE+0LiKY11uabzvlkp5cLpnrkevN8Lcdia74DinhV6dQjfKBpo7P7u4XX9WWg/P5OK5Nz02e81gHyElJ9dngl4zVpDERrXZK2EThJ6w8Y6cdh3nWHOdgJzTf35XtTzntfzOZdgbceGa207yiyXnBeEM+/5kiN2XXL43Ch5DXOMyMk9gq9xYQslOde6xrbDGqPGmrRrrsApD3O93jb/hULWyWTaQpvCOKVSyTU3jXnDgS1o+6MQsrAW4D4ScBbxQ0dar2dN2oDKk3yu0W2S9TL1qFV+FjnvCd4/+aeC55+90yZT+0x/0CRk3QxxfXpVKxnaIZOYMRzadvTYtoFe9qxoLm0cmQVJzmK6TxQzej9QCE+clHDmWJbJA0Ok36XZqAcn7DxHXc/O3KTWsrUn+avHSMldl2MztIbm0s0LJbYGrrDO2w1fTCQy+D8uflu5DfToJetH71zt6Cb+DDF4AA7XaPeuEnEi7ThqCp099/ByXsdxJk20TdhN3k4mxdeKpmNNo3IzjJM2hv2Oqg11WZBI+ELS73q+z7n5gg6kxnYOqd6NNac8alwHdFPI4wainbm/QuAVq6UpZwHQx05/xRUY4BvV5uNJyWvlLPD5OZnroeOEkjWZp8bWcX4dELvWsfkJzOXPzBorZ3HLGtPUdQY65VG5zLOgZ3DPjsKfr7p/zFrrPm5On6wnTttz8J7VnF0Pk36uXer41Ngxb3gN27oHuQQUTQe93dO64lonWtqzexzXWpN90DhOHq01GHoKlIbui8NdK7xGBTTn1M8zENezYCq8DoFoWsHatb7mNR3E3ANOtl4mlMyzthMna9kAGRRWHYd5Y1or50NDH39N+F4kqPb+aTWNWP1CDAg40++9vOfqU8xMPbY1zBr2J9CEkz5kmMH3ZY7azxMXXIBsfTpuyFrl/UHIWeT5IUzK60Gmn7b4Sl/qct/MqzwKWiV8H1y3RuU9r3zYAZyOGgqNR3nd/Ozh/tZ65ad/qB/ocs1S10q6UGsHmzmtc6Z04qCZ12jSE8kaeu3atMhaSmqC6+QXFNwHqHbWKgeTRs1Da94IPtdtE8lHVdkHkYn/5YLGsx9bGrnjUjvJhqfkR6G6XNH88M/mmVdBGr7tLV2wBoYzn7HDIOhn+iZBXZQb0ZNw7hlYA989sgSJ/Som75w5IA9pSnlhJltPaHX17ZGQpgdiXnlU7/j9r1ymuTiiX5tJbaDKkm5xWx7CGQzn5KGxj1G9YY6YyoQxFcP7vrSYqHrWJC+Oyk4hTD0rT1dC5s1KOM5BKy209NfD/IchdzXQ913ZnVBy1q6o/QpZwJlxjbjefdY6C2vOnqFca1DwG2VDwyAf1neoOfmHCG58PjfePE4NBOEa26br+rRuZ54B0+Q3Sa/g1Q3fIm4QuhopFfZhqfJVWOC7bNRG2Z5x3KzCvDFwYR4LXF0cJ+jKOjJqRfa1ju4wx/N0Sanl9hFwZkcV4fociD2EgT8VuMj5Oe8m5jucM2edJyH22Bma7+h6rPPT15iDrrElL+/TvK3ncV9b0H/R4x+x6hoUZQ2RLXW1t/ckBZy/iaDC50oPTQcf8vmksMydNJJ6L4mCgBNvOgt67rC8hqa8GXpMqupEBJLI7TCG6stvrfIo5CfOc2UcoghIwlX+7ZxrQMaSUidpisnlvYJKjgunpqPOVpIbNd0Px8akK/I/DtP6D/gwwZ79boX4J6Tci0XBxUDjvJ8NTD3hI8IVgPmSDa5F0GkLV5myNezncyCT1iRI3naUzAOvVeGVjZxY9u6JXuNZ8e+pcc5w3l+j9ucw51zn0lduoe5JHMxO3rHHzntlJ0EunzPWtR1UZROLDWvpkTMiTZux1PsqD5LM5F8gDeOogV8IqD2rvE9ZU1Ip+3bR2w/iocG+xKKud94gJ/eybxBblz/Ywdv3L9Dcw359p4q6NX8X2K8/f81bpzwK1wr3EeuIUSBxzdszYb/Zfg/R+na5X4L5fQ/SZ+ah3ZOcM/1R6TtnZH3R4Dr75tKXJl3G1kj+Usz1UmeN4RygXhz1/hQ8QK1/CZL7IsyfgFKXAZpgq2sov0DJ0T/wA5ebwFnQia87bBF+Ua6TOnzW8WzJSTUvoQGjUTSMAZrWddR4Nh6lbF0vNDkj+bQqEnNUaOZH+kHOcD7/y7jC3YFz3OG8UdcPDeQdGwOTmg/WHUZpwNoXftaTl0HNZO2jyzy++0TX9BjrdQzXOZ9roTN3EtljXoMvr4G+r6P53swD9wxr8W0Nc4bXXNdG3q8aD9I48CxDnsPrhNf6j0Df1qj1tVeu9R9q+n20xjW5jns0ODbE3GISMY91GVtzrO9Css68LQiD+9H7Bz8K+vn32L0N9xzIOS9qCj2Ke+M7ltee/OC+LBTjAotPndAG+Zg47oVnzbqB66C+Zvamv5jL64psWriAc4/AF77oK/u2CT4xHDcE1vPbRq4fSj18oDff47oP8ujkmcsiZwrWmXTkIsG8tu7BnoIZgxpD+CJ3EtE5+hY0AQbfA5D33LFB7DWL18Uf4Kw1JzjBBajvxiDH1sjrM8tgsIZch861zg+sH8A21/M9QFNz8+sCdsHeBwlN1w6w7iWs6BMG+0+fuQI+mGFIUJvxgGqQ0l9wrQi8Adg6J2qMwA4gYiHxc7xj4Q9wnkNYtb1JIc0wpC+OoPOQiORq7KtikJLDsjc/hxqHBD9EcA0pr7bo6CSva9vrSuPgTwAAEABJREFUZzrfI7X7kL58hCICJ7DMQh0ePlf4YG9eaxiIBcjnf62EL/IJRdYLG8DW4JMc46shCX1ESAK2hv0JA16IKQAaolxrGCTW16SXFGqHnQbn5xB1zCtbFzhny/2U7QSikEQ+vI7XoyYioGqPAR+BlDwTLoB1ICLk/DCEcBJz3z2N3AvaiKh9h0FhCGvEIGGNsO8cQFTfcefy/Q0F/gS0AWQOa5/pFM1PS5+B+WIYaAcEnG+xsFmPDSPIY9VgTgpFwDdIfIaJnzQiJKywARfq/4gDH73g1a19UN/poWqIU9Mt2uiYc+mHpl5o7Adfe4Eftswc9q3F1jzrmIdzTtxH4c8RxMHXzxCnNNBnnqt+SKIPPT17sQWiRqlf1Ly4J3AFK+sTzp2S6B3AtmKh6LXNFmxx/bBAD7qFF771EZ6DHFyAAV4D/bEDOXPTTOT9GZ3fr8Rs+f5T3+8B1rMa07z0sO8636u0nonPtMCacz5tahcK9hWsJefxvX7G+M4lr4VkvWFdB339meQZDESyNXqdewX3cuLo0e9VKCSvbdCzNN1oHmSNc9QoZlriUFDLfcFaV6gVfIL76bgQj4Eu75Xf+4UK/Qp8ghrrRCx4MUMAiWdijrwM+x2ODXpmrvnH+pn7DxhzXmbJ5xmS+1ob+NgwzBmeg3jsYM2C36HU8Gxy5oFwEBeVXOP4vUmOJdKKb72sX/ugm3zmyv6+T/jDGkHPGLjGwBJYcgMxAd0CcEbxxUqZL0FvA6Y0kJB5W/UcPZ031639RHFvY5CEdQ1I3zHzao6WK1hD2ITqLL3OuQR852xjHruWeNL1uK/n2OA+FCD8aDnfW8ndgptt9PmxQwP7DqAEGoFgTnq43vfCVnBGxpPPs5G1rcY9qBMY6G8ENtB4jqzFr58n1JKTEczS4LUqQkKbIBfpo5NR10wdufrewzGX17A2UjdoIB8B43tDj85LtY/IuV7oEgqp5SJCasj7b43gjMYr7aBgH4awBNSxv2AmrfXr2eCsA0EemXhAICQHhuiJHTw3loQk+uHXWdA61xBBTL5rbNW5Zou8CjrHwO+Le0n0TQgBefwoWBfgw3ISxyBNICZXgALfENZAMxAHViAG13kN2hfVI6yFH0JhDbHnEVaBZGbtikuRexSS/UQIH9RL9AopIhIKybDaW+m+OJA4lC2hhLbr/Pd0IlGA3DchDhRNJ+FwKo9QhOTJMGKHiggFHj988TkjEYJQsFe1I8IVVvN3gYW/IQYohFA+whexpkY8AzM/nXLcLO0cZUUx54ttslzsu6lBmMacQRDyPyR8BnMBKBnFt5aYM+O0QpOr4fSzJ4hnLhFnJ2yBl3WHCinvjdeRvKQiQqETRy1qq/qeGAUdsB6ISNisbfeAO9xqlEfJayiwQ4y8OSN+wULMTwvm8dSlwBoYKhVhpWHiBHoO60FOZGvoUoPIM2PufTbNvZP/iW1FzXjsIgLOrOg2A5GB8Mm8EYOCH0qCH2bUvoiVfGAAL3QAAgp7TI3wm27AykdwwY8IcSaGkOoHNDWQEQFvH5CMcNwguBYjUjBPQuSBItQREbj/F9b9IrqWFsI3zKWV1H2RS9+1QCBjePtSXmHlfVVISBSSIrgaqjYiFBFosWro+wq6kONURMvZdkhCQU4KCURF2AeTReVekiKiQs0GnP2E/RkKvuGau/KhCKA50EuCbggNBEZE9SPQg85FEEvyNcLX5kuVk7AdzhvExRZkjS2cVLWBTcS0/l3rZV6i/B4IuA5rovUR1qhxrQ20BUghVeDUnJr+OD+EJr76fPCE8Z94cnzw+JcQxnCXljxcXdP+vI/jiuCDLsE3lDCGUZF1Rfl/cD14Hx3MHGABZjx/C6xos/Q5eo9uO1/3Rr37sE7y9EpLD9us6RzzDUAG89k6Po4665D9RuYG6Af2MiFzK+4x2vStcWzYL4pYSQK2DeaCXoaworZipNeYNYF2mFCSH3J+a+jvOag153s1ZIyuW3oOC+Juu++eg+sNellPX/8fsXue7JMc+dRag58c/dKaO44wH8vj98nzuQeo+6EGf72vVe7VsdfWTD8wY1iLnWZaUO914GIGoavxqBiWYDXNkTnm0oSVhN5w/4AP4grqHSdWzOYYy5reX2pY1/N2hONEnw1Lv8wn71mOwzXGtC/6V7/rlhK11lTUOcwZlfNcgLVyLuzAc/R9SzhO1HmCe7uuo1/vj8b17psgFkhuqrGePswZQCCyvvLmjAE+Qd0AogM+PJvfRXM8x4CzJvX4jrs+eWYYXMM6a8t+rXUf7Jqvs+W+kyd2vXWsV/kV74RRZ64cuuxvey9Yb9ScZ6x1cO7f10pb6F91kyb5zo28l2M+V8G7V7B2sMcglsGsMuAFAoh17Mt5EBMK/RoWK8k4RX9s2KIT9dH6mwvfd/IyyEdiRZ+xgX6sX/lRdc0VFt69XE+N8HsuJt96a22N6gd6a4I1bX1vbNXmEnnRIxIjc9Q6c3KOZ5jWvvd1ap5fqcAXehU+30bmG+nTsWIvq4yLVmjGU0XGCmv9khr7zq3wj+CX6I7Aahg1Ykf4JX2XzoGsN08+a82hSR3+En/Zckt0CdfDew3XeG3rjeTI28/1qLWtfJGt9YVehb+ny7+D5HtlWtbjd1JyrfNZF+xxjkGqGix1/D5L1o8xi++lzzp6sa7r+TFICXj/Ic19bM1lL3hz1nqOCtaAT50ta+bcEfQKjdjUs37vU+CKdehH2wUXzsI3+eTtg1HSCluwlY/sWX2p8LNtCf/FiEFsLb35UEdHUYtLcuRZL9fwOq5Niwjrmo4IuAQF7i/sTBMRSIcJQhP0iwiJUxqwIRvHJVjbEBb4JLSZ4Ngw4f3aGuk7YZhoGOVMRZn5NV35iGorx9U9jEkPNzudMjplv6J4G+rbS45LxnNLYXK2Cdd1RK1nJs/V4TvCU9X/C+Qe7CH6GsQD6D3cs6Nzk0XnXI/tGz22pS3zCBQeYZ+/+yMc3xtkWxH4Ara8iVkXzNf943Ykz+ebVthRta76Az06Aj+K13GuY6w1/OWODDSud014vWjzYPP+5hquLcxMjr1b55zvoaiJ7FGYo9C76eAGau/GWPuQC6+BzvVGnyG8BnD/yP5l6h1Nb60h4uNg1hN9g7X8c5ZtBHniyL4j8445T7gGCAQ9U5u6JZo16n6WzGPU2sE1QK7DxrTGSj2X/ckPfh7Os7/8F47QC78j8A33Mpe+9dQGWsN8gROxEfjR6rpV5ooEX7Wr5lfO/Bz+S0ajctyXrB8l7kEi1xgV8Am+/6Rlrpw1rdcwRgldwjy1x3xzoNeH/b6O38lem9b9DM/dLZ9czlFTqM3ejhPWVQR7Dz9nW8NaUNAl8PvswYyp5y+7ssa21QT6YK209s3P4TWMOccHiz/HhK3wTJLQnIytc++as26Ofi+Lgtp7wXWVH9GMbQ0sM8mgrmrgml+whb3I4D4UdAWu9mEtvp/bV+Ocy15ozYk61ySHpsepI7Z1fYfgDPNzmJvjpD5zzKZcd2R/zNZ6rXNFztf7KDT3QoHvmOfh2OvxXgVBOaEnZoZ8N5jnLstM5kQuexHLz36KaUn8n2asNVLWoKsWh7P6dJ757tP5WltaLVOQLCAiVO8nqagQVvxoUVFrkJGUMue5+/1Ay9l4DMFcG/w847ij1kvHLGv1vK1zfv45s+9NA1PLsybPDF1rm/xcx3MQ7x93RIzEen4TR8m8deRc456il2E/OeK0M53zA7zgrHOc1jF8nUGs5fs1ytrskbmi6te857FeHGydnBLKhDRZSa6TD+ewrrObFocTjUA04Kv66QXXRDCT5Dp+hMRRiyO5iJmVfSDhSXkhLx/BBT8iHQK1dCiiw9xAXIHD2XNz63yNi/CNwAKBOIaqi6hWtvluWT/jzIPMN2vfiFjrHBtQCq8rYUFUcFVEKP/Bqh2BNURG8Jw2DaEBwsAkN/j9kPADYHssCQZgo2LAGv5jitF7+B2wv36nJL9/+S9Q0881CbrxxzINkiJoxu9AxuG+jHX3geBuUlRWqOVt3EwnjnI89n/qxfdDjaN5F9kaa38cC/kxUX+w9JfTGlarhEZQEuRYZzRIYlQRbbqABSbxfAaZGnIb8q4MiggJPzTUhqtRZbWUjo5UjBV/+J+wJLfSSL6M+KP9BvugLJc1j3WfjtFxYqx5a7khIyjZa8m2V+xhpTFzK5Wy1IqcYW7FHF7bvlG6LvmVnO8Yk2Mt+o/GEn+50ngMS43sN/P84NTtynqwtiutsm6JrRiZq2KlsdcyT113SV94ZliC0byRPnPQO9ey5QfanMFzOM89qjPSA391tNQ94Rwzea4VtSv2lzb9lfI+pIb6Y3ZU1mStc8Su4UVadbR4uSpaMuMS3lgRp6YUnouArUGPXH+lJX2X7GNFvHSfVpP1S7QG/Uhp1XLVpx8/ny7hlhDLtIX14Qt/bODFhdZyNcABW7C6C0Ffaui1Mo7owZpL26NRS/sg1+Y1T411fG3OfcYXch2R69Zcgq8/z7IaWcs+WI7MBI6Y9Qi7TC6YVTOg4W9TltRNsM5Ijnxa183gmn4/bJc9x96sN8c99T1eMm/tTc68a7l3y46m43a0uVova7NXiz0Te8l9NXtE3sj+5hr6nr1vI2u4B9YecV/nqPPx8cI8WcfnzrKDv7XqnPtURH0O7sNMR+znaEW9444eZ09yosZa5juyD5b4S/ovtVDa7js2Mh7IAeIjkDr+tq3OMTDH/45lak+tdax51O5Z7qv7OXfvFegNVZv7I14RTyg64gFWjPhgBZd90Hnf6VNn6x625o3sg941iVZvn/fh6BhCy17vea3JetaZW/c33N8WLH3PXZMY6n7so/G76efm3ku+Zpe8H9X3zP8B7sezy2doP+/vgr4G/c0l7BvMyBxep8J94eZzpw/vPSaos/WcRj4z9zcG+V2vz7/3Ce4PPHs4OlmXs4SObD2H+yWozbhbNBPf/L7P5M2hzVlt/ezg/Cy4b4fgiPV9/3IGPseOUotm8l0HltSas135uYOlAX/kPMhaYve3z+fLUQLOtVmHn7bpJ55ec971Cfjlqr6ruZ5jeti33jm+txylbx7Yhzu0NawFh57den7uOOJ72SH+4SH92LTjo+S9FkiOHHVHK2LnzBnUHQHXHzlveJ0Z/H3nKNfj89P5pl/iL+mxJD7Cus8RXM7f65n9yMj6NoP1OQez2P9/wpL7t9SSPS9XR9gjfiyDOwJL/A7Pk4B3bgKaya+5Q3QVSx06d4jmkDXwl/y8d0RP84fo7B+xtnGIPWT2uzHq0Peh5e5g7xBXrHSL+Ba1NxOHurk81A3WuMF+buDfArdZ92Zy5FdgeSd1t48OdYe5bpO/hX9zZR4cVdzC3jYO78jW8R3iI7Tei+/bIbVLeh/CHeI7d4hvnWsO0d9hPdtDZjkCK2ZesYcVM6+oXcIZR/iOV/RxbtniETuynxU4Ap13bN5519mO9CwhmtgAABAASURBVCzsaexocaFn57OePR0d3eb539GK9Xuf3mOkrvpH+bNm4T13vEK7Yn8VR/kzPE34ol2mX5iVF0nB8xX7DINZgvrgPS7EvGQamWekT+rJ1x4retAHjWct7pG5yo/44+GhKuraI31yb7xnvHAqvGu8MKy/VKAPekTa/mHkD5ZDFdYeeTZjWsdHSp/9jQa5wlqFvPsKW+AL74+5jhXP1vek2KJZAc/Q84X76PtQwd76vMxU92zOOGKmI2Y4wi6Zf6W8d9yL4Otb2Ycc97fMeoz4I2uO5pmv2qXE++X7LerFPZiQfWreGvGZHAZ6x563MJstfzCQkX7Lu1/hOcrgs2gA9sOx5zT4s0gY/NlD/NlFqeGbNO+AEkeK8YjezJFxtXlv2UPaxvu944aIPxgq6FdAnemIVofgjvqebUc/BzD6ORns1/MX3x++dmyts10Rr5ijYL3OyJor68CYPe6w7BE4ZFbPi+/1gWeJtsfgz5Fin4V4pJ/hfhTmzEGuwzpRL+5J4eeiBPm03DvPUME7T1wm8I4wX+ZyvkP2DXhPc1a4wr0bjfFQ3nPep6l+hX4JjsAhuAO673gG7seYQN/3k3tcqWALfzYt7LX0eYjHts7YOazzK/a68v7A6D1jy12gr/uhLWAEhXXGhlKYk36+r56r7utQxc+Xz2xzXtfrdVuY33CuMF9p/UfmNKw1RnjHI+9v9ZdasZb1jgt8oSaBtriX877fvs9tneJZ/HXo58HnauH9KctbKsvb4E6FNWDkGRXyI5DBHgQXoDQ4tkbkO2cr6m3XOffmXnge1/Z5eO/FszOC+xieO+dfqfj+9phcxuYM77frvE/r6OX3ybqRd3a0LjWjSlp6dusaz2F4VjDmbEfcA+D56CeQPdGPcBX0wS/TfWVf7KEYyZP3OnymuVbmsg99zfk55WxL5gKsXTy/eddhhfU9Sd45g/crOetzbt/TDmbgmZaGEWtk3J+tn3fnD3neGTc7aeiHpvCsK+ibPjbXxHo/c8CPx54/e/K95J4VcsVa7HhM43sB+L5QrG1W2BFt4R2tYB7y5kbmGskX55OjvvmF+G54DoPnkfd9yW2t8HPJuTybn1sCne8z97949oTXWPJOGPi5vmcCrj25rr8nGVlLTVrqbN2b92BsyBnw69xd6xlm8HsyfQ4V3hfeZf7eqfB+F39OeV+eIediHfuG18ve9D1m6d3i0TrXGXCOjWkeuDpj65u6I17BQ42+79MzOuRbn3HEfTJma3oO30/vvfnCBlz4HcfmGnC+5875ay7hXH6d0w9tyZj5U7vSmDG5Fpe8FytmMPheTTwaznv97MH9y7pmc499ZizPdESfyFztVdKva60yv2L9JcDSO/XJL5V5c4kRzRor1l6xJ1vvx3aEK3AJfn4x77lXzO68kRyaEVg3UmONYV2NWYd6c4VaW9cu0VqzYg+jZyTX86kxD+f8amaXnafe645Y9+sY2V/vvWx1S2oqVjxCwLzLBL5zrL+ij/ut+DpZgiNwCI54vyoOteQ5uPcEao/Akp8Rj3KtlWyNJXs2VqxzhH9kHXC8Is5cs0fU1j8P1/rDo1H5Z1dbNK4/tMZgziNztvRe8vNnAs49sw7/Dn/OvYP+Dj1uE7vn4VGRa80dwt0hvsMreZha+Ud/UPJH9jv8yHb7KHR7OQDxZ0Vgjr97qHygbeDvWg7hjTvYCfB3lgvdXi2oP4kBbpDzxm3+zuSOQf1t1rwFqvUMrM28N9nLrTsr3QQ3bt3hbyZ1/AjCOQjveRb+QseJubb6UTPhrKqvfpgsPTiRm2h+SaJEMpPctcmoF9ZU5fnsrEXpqB5VkPIIdCD/E08skcSHrfxhy4tQ/CHiVe8bNDx4nxaPPqj7zzymBzZP68FzZ/TABWNDD144o4e3NvTQ1uYMjjeSf/jiJjyx7QX8Cxt6MPXVPnDxbNXBPbx1Vg85vrihhy9t6BHsI9Q9Yt9If1OOH710VsYjlzb16E7FY/jGo9jHgf2Ox7c3dXoOas7McBZ/Y/e8NnbOaWN3U5tY4xzWOA93Hs05cMEgvrBzXhf2zunC7jltGXub2sp4Uxfso7mYcH6T3KZqjCV/aX9Tl7rdP6+d/XPaxm7Db8NvT7Fz58md06XG7eydR39eu8Q71OweVH/34Fxye9g9ZtkHB/Qy9tHsUbeP/gD/sm3inA5Y8wD/MnWXDy7Iucv0Nq7Q4wr+E+SeRPMEuIL+CTjHTxE/RfxUxpt6Av2T4CnWNZc4OCfbp1n3GfTGs5fPy3gO7rmDTT132Tiv56+Ay+ewAJt5uBfAi8SJK+f0Yo/tw79kHPPP6yU0icsX9BLrpX8FH7xssPbL8K8YxK+ie7XZ17CvEdu+jn0D2L6G9nX6On4TzZvcr99hjbfQvEX8FnH338Z/G95468qW3rq8pXcSF/QOsf13sR3v4b8PanxRjt974qLMVVT/PXoY72M/SFzUBwdbqr6t40uVO8BeBs7jf2TsX9KHoPsfw109uKhPDLRX0V7d39LV/W1dB5+ST+xf1KfgOty1Zq9jPwWf3Qt7F2X+U9YyrlN3Ff/q3iV6A9vdS7qG7truRewlXd/b1qfA2k93q/8ZcYL4s90dGZ/u7aDD3wHJbcNf0qfpV+5z/C929/TF7q5+j874cm9PXxNX4BN/A77d29W38N/Zx34Dvt2BA98Zjun19Q419PoG7uvtXXV8tb2jrzLe07eX9vQN8deXKpc8dd90bO9RZ+yjO5hhH/4A2Br2K766eKAvwe+39vVFgn1d3Nfv4b7c2tOXcMZXcF+Dby5e1jeXDmT7te0Wvu2lyn9F3VfEXzm2dgveGvAt+I4e39PzB/gfsN9fuKzv4L+9cKBvz4Nmvzt3oO+JvztH3jh/Wdb+fP6Kfjn/RMMV/Uz804Ur+unCE/r5wpNp7f+EJi38j/g/nH9SP2C/T1zBJ0bvXMWT+vHcE/rJQPMT+p+a/RH/B/D9uSf1Hfnv0j6p7zefSHzX7cYT+m7jir4Ftt9jfwA/wv/U8PPGk/ol8QT2Kf181sDH/rrxlP4Afj37pDp+wf/l7NP6deMZ2f6I7vuzrAP/g/0zT+m7M0/qG4Pa7+j9HfrvE8/o+7PP6EfwU+JZ1nsOPKOfNp6d8DO+8cvG8/rD2ecSv2KNX86iw/+p4Qfi72b4Ht7cD7ZnntP3Z57V9+Qr/zxrPy/nHBs/nH0huR/Pmn8B7fP6/szz7KHCvvEd3Lf0+ybt8/oW/fdnXtAP4PsZ9+3Gi/qOnt+dxZ6p+Bb7bYu/P/uyfjj7UuI7/Iw34DZeYY5X9eOG8Yq+x34HbH88+5p+OvsqNa/yPF+h/8uJH866Bpx5hZlf0Q+Tpd+Zl/X9abjTL+tHrPET9ufEq/oZ7c/0/OX0q/rD6df0K7x949fHX5XtL9ifH39FP4Ef8Y2f0P8IfgA/UvcT+GXC6/R9Xb+ceT3tz1jnrTN+evw1/WTuzGv6EfxgsLcfEq/rh7NvsI/XG97I+Mezb6Kt+Ons7/Qz8S8J+zOceZN1f6df0CTO4Bun4TvQ/NrwC/bnrk37FrVvN9hf49ezb+nXM29P+MPZt3kn3+Jro+K/yP8XnPHf2P/eeFuGY6PrfyX3M9qfsb8YG2+xn7f4unsn8fPGu3wNvKsfqTd+OPuOvkf3A2t/d+YdfZt4G/s7fcvM31L/HRrjW3TfgG+p/QZ8S69vNt7R19gvsb83Nt/W55vv6Av8L2wN8l9svqvExvvk38d/T5/BfQqubbyn6+Aa61xDf5Xaq2ff1TXnNt9b23P239NVuE/Ovaur597RJ3BX0X3S8BH2I3okyH0EPgYfof8AfJj++/rw3Af6cBOce18f4Bvv257/UB8mPtAH58lfsP1Q7+NnTO6D8x+Rq9z7+O+f/1jvX/hI7yU+1LsXPtR7W4Dce+gdJ7be1zv0ewfduw3vbH2k4/hY725VvIN9m/xb2He2rqK7Bq7rbfy3Etf0uy3H1/UWtsIcuHhVv5tj6xO9SR/jDfzXwWsNrzLLq+ReMS58rJeJX2bdBP5L7Ocl4hexLzJ/tR/qRXIvon/xwid6idoX6fdS4mO9mPHHegHb8Tz65+jzPFzHc/iGY9vnqH/u4id6lp7GM7ZwzxgXr+k58Ax4tuFpbMV1PX3R+BT7mZ6+ZBBfuq4ntz5NPHXpUz11seJJtMZTaT/VE+Su0OsK+cv4l7FXyB3AVVzXgWPu8z72MjjYuqYE2gPW2Mfuw+9j91h/f/sz7RkXP9Pupc+1e/EL7V4CF38P7xj+IhZuxzn8HbQ7aHeav532c22T36bnNrmKL3SRuu1Lv9elS1/q0vbvtW3reOdLXdyBx17att+w+xV/djK+1tau8RUW7Hyl82DLQLMFLpBP7H1DzvhW53a+SWxiN3eIt78mBtvmv+bPe18lNqjdBBu732iNb/Hn+E5nd8Hedzpj2N/9Vmf3wP63OrP/Pf735IymSd45x9/qNGucZo3T1D0O7D8Olz5zn977KjWPs5/H977W42gfd57cY6zzuLH/nR4Djya+xzd+0KP7P+ixvR/06N73FeQfYf1H6PEI9baPseYjiW/0CH0r7IOdr/Uw9/NhZniY3N34Rs49wmwPGzyrh3e/1EPA9mFi+x0PonkI2D7ADA822H+Ie/cge3nAYMYHmPUBZqz4Vvfvf6P7ied4IHXfyDX3UWecou4+cIqc4/uouY/ZT3HvjPuw97Gfii+V8f7XOrX/Ffha9+Ebp7CJg2+0QG+cQrOAtz/sfakhedsvtSA3NMz9YL3ksUFNoIn9L1XxVbNfY41vFQcVOvhOhX0U3iElvpWIE2h08D3aBp5zHPxA3NH4prE2exBnPfdGhvvQM/CDfQb3uOJbVQ4LL4N9y3n8oC513NtIsA/uRRjsTwdfMytAqwb3tx8HXyvIx2XuwcFX0sGXxwEv44pz9LjyjXT5KxW4cvB7ar84hnLwBfXG59J+t58r9j+r2MMmzIE9o3I6+FxG1X4q7TXsf0ptxzVp/7q0C/bmuKbo8f41NMYn1F1tcHwN/xq5xu1dI66+9rEHRq+pVvufoO8gTxypu5p8sFYcfKIK+qVPrllrdfCJRI0uf4z9uGovf6KYAEcuLl+Fq9CVq9znq8TWdYsPH2h1+SN6Nex/iNb4iN7Ygw/IGR/Bz3DlY6kje3wiMYPS/0ixD+gbxBU1Fpwu0zfxkXTlI8UVYuMAe/A+63Vrv2G/2jh4j/y74B3WeEfaB3tg/+3qp61+7L+bmkBjWFvIG/bNGfaF1nBsFGoKWoHYdT/D6xjvstYMB83fe5f35p2EqI/9t9C9w9c68IzO008gdt+R4LxG2UO39zvq3pR2wd6bCqyR8e4bip03as78zuvSHtgF2Nh7Q2FLHHPsvaZ1/Jq0+6oGELuvwL+a/oJ4QbzYe0VpZ/6pvZf5DH1FtsZi9yUt4E5h7zP2XiLfQHz/3ot8Xr8EbF/gM/2F6u87flGaVU9QAAAQAElEQVQPYh/af0EP7j0HX/Hg3vN8T3lOD+4+q4cnPIMP9p7WI/vAdu8pPWLsP8n3PnDwlB4Dj89wGv80mscPntTj6NLaB6cPnpBx5vITOoN/5uAKFji+fFln98HBgTb2Lmtz70Cb+/va6Njb1zmwebCvzYO9xLn9XThjW+f2t3XeONiu/t4lnQcXEtu6sLdF/pIu7l/UVsNFuK29CzIu7m7p4t55XeTvpi/tndO2wd81598D41/a39TO7kbFHhbs7p3V7r6xgTXOaHfvjPYSp7W/d1oH+BWndXkf7D6my8b+49XuPooFO4/qCv6VnUf0RMfuw3rC2HtYT4Kn8J/cfUi2T+1h9x/U03sP6insU/sPYB/QM9in92zv1zN79+np3Qf09P598Pfp2f379Szcs+SfhXtu95QqFnpuf6HnJ5zCH/T83qAX9k/phQNj0EsHg14EL+3jo33pIPTSfsXL2JeJX9mXXsFPHBS9ciC9ehngv4Z97XLR63CvHYx6fb/I9jXi1+FfS03Rm0/cd/cviAq/PCkhGfmbFXG0X7TI1oBK3xYUhGtAUM8V1lexSGgIadD6iHRdpdRFhGIYKjRoOmLyZKFDo0qKmJTTdiRtQOVw5qQIq+lnwy+P8hdB+csgSfcvNDz6oO4786geOH9GD108p4e3zyce2bmgRy6d0yMXN/UweOTChh7Z2tCjW3Bbm3r0wqYesyX3KHgMWGtY49h41BrwCHgYPHrRfTbpdRZs0GNDqaHfo/Sw77rHmMW/7Hn80qYqNrAbOk18Gl3CPvOe3T6nM+AsvxDabNgg3kyc1yaa8/xyZ5Nf/tiew78AzjtGc4F9nqdXx4XmX+AXQ1uJ89riC9a4iDW2qN+ifgvtFmteRGdYfxHevnEp+XO6BJfYrf62efxt+G16btvH7uyf187+Oe3uX0jsYfeNgws6APtg+oXOwXld3gPUXU6cI17jCtyT9HsSjfEEfZ4kfsKxbcOTu5t6kvUn8EFk7ik44xms8TT2KbRP7WzoaeZ/GvsM8z8L/yw1ts/tbfLFDrDPg+f4MHtub4Mv8g11+7zj/U29YKB5kbjirF7c39DLB5t6mdxL+C+Re4kPQNuX8V8+2NAr+2f1ii14Fc3r2I43qH3j4JzeuGycx57X7/gFj/Em1njLlnv3Fvf5LbRvY9/GvoN9l7p3se84Bu+C94grNvUe++x4n9mND+A+YLYPiT/CfpT2nD7iPn8CroKPwSf0uYr2E2B7Fd017t114uvkPmPPn/FMPuMZf8az+hRrfMas5j7nl05fwCX4hvKFQfz7g4v6/d5Ffbm3pS+Jv4T/vbFPTJ+vdrHOwX" id="110" name="Google Shape;110;p5"/>
          <p:cNvSpPr/>
          <p:nvPr/>
        </p:nvSpPr>
        <p:spPr>
          <a:xfrm>
            <a:off x="155574" y="84137"/>
            <a:ext cx="2564171" cy="25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2026-06-13T22:20:03Z</dcterms:created>
  <dc:creator>Marianella Meta</dc:creator>
</cp:coreProperties>
</file>